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tags/tag5.xml" ContentType="application/vnd.openxmlformats-officedocument.presentationml.tags+xml"/>
  <Override PartName="/ppt/notesSlides/notesSlide1.xml" ContentType="application/vnd.openxmlformats-officedocument.presentationml.notesSlide+xml"/>
  <Override PartName="/ppt/tags/tag6.xml" ContentType="application/vnd.openxmlformats-officedocument.presentationml.tags+xml"/>
  <Override PartName="/ppt/notesSlides/notesSlide2.xml" ContentType="application/vnd.openxmlformats-officedocument.presentationml.notesSlide+xml"/>
  <Override PartName="/ppt/tags/tag7.xml" ContentType="application/vnd.openxmlformats-officedocument.presentationml.tags+xml"/>
  <Override PartName="/ppt/notesSlides/notesSlide3.xml" ContentType="application/vnd.openxmlformats-officedocument.presentationml.notesSlide+xml"/>
  <Override PartName="/ppt/tags/tag8.xml" ContentType="application/vnd.openxmlformats-officedocument.presentationml.tags+xml"/>
  <Override PartName="/ppt/notesSlides/notesSlide4.xml" ContentType="application/vnd.openxmlformats-officedocument.presentationml.notesSlide+xml"/>
  <Override PartName="/ppt/tags/tag9.xml" ContentType="application/vnd.openxmlformats-officedocument.presentationml.tags+xml"/>
  <Override PartName="/ppt/notesSlides/notesSlide5.xml" ContentType="application/vnd.openxmlformats-officedocument.presentationml.notesSlide+xml"/>
  <Override PartName="/ppt/tags/tag10.xml" ContentType="application/vnd.openxmlformats-officedocument.presentationml.tags+xml"/>
  <Override PartName="/ppt/notesSlides/notesSlide6.xml" ContentType="application/vnd.openxmlformats-officedocument.presentationml.notesSlide+xml"/>
  <Override PartName="/ppt/tags/tag11.xml" ContentType="application/vnd.openxmlformats-officedocument.presentationml.tags+xml"/>
  <Override PartName="/ppt/notesSlides/notesSlide7.xml" ContentType="application/vnd.openxmlformats-officedocument.presentationml.notesSlide+xml"/>
  <Override PartName="/ppt/tags/tag12.xml" ContentType="application/vnd.openxmlformats-officedocument.presentationml.tags+xml"/>
  <Override PartName="/ppt/notesSlides/notesSlide8.xml" ContentType="application/vnd.openxmlformats-officedocument.presentationml.notesSlide+xml"/>
  <Override PartName="/ppt/tags/tag13.xml" ContentType="application/vnd.openxmlformats-officedocument.presentationml.tags+xml"/>
  <Override PartName="/ppt/notesSlides/notesSlide9.xml" ContentType="application/vnd.openxmlformats-officedocument.presentationml.notesSlide+xml"/>
  <Override PartName="/ppt/tags/tag14.xml" ContentType="application/vnd.openxmlformats-officedocument.presentationml.tags+xml"/>
  <Override PartName="/ppt/notesSlides/notesSlide10.xml" ContentType="application/vnd.openxmlformats-officedocument.presentationml.notesSlide+xml"/>
  <Override PartName="/ppt/tags/tag15.xml" ContentType="application/vnd.openxmlformats-officedocument.presentationml.tags+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68" r:id="rId2"/>
    <p:sldId id="257" r:id="rId3"/>
    <p:sldId id="258" r:id="rId4"/>
    <p:sldId id="259" r:id="rId5"/>
    <p:sldId id="260" r:id="rId6"/>
    <p:sldId id="261" r:id="rId7"/>
    <p:sldId id="262" r:id="rId8"/>
    <p:sldId id="269" r:id="rId9"/>
    <p:sldId id="270" r:id="rId10"/>
    <p:sldId id="263" r:id="rId11"/>
    <p:sldId id="264" r:id="rId12"/>
    <p:sldId id="265" r:id="rId13"/>
    <p:sldId id="266" r:id="rId14"/>
  </p:sldIdLst>
  <p:sldSz cx="9144000" cy="5143500" type="screen16x9"/>
  <p:notesSz cx="5143500" cy="9144000"/>
  <p:custDataLst>
    <p:tags r:id="rId16"/>
  </p:custData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12" userDrawn="1">
          <p15:clr>
            <a:srgbClr val="A4A3A4"/>
          </p15:clr>
        </p15:guide>
        <p15:guide id="2" orient="horz" pos="852" userDrawn="1">
          <p15:clr>
            <a:srgbClr val="A4A3A4"/>
          </p15:clr>
        </p15:guide>
        <p15:guide id="3" pos="14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565C0"/>
    <a:srgbClr val="FDF3ED"/>
    <a:srgbClr val="CEE3F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00042A6-73B7-4730-9D26-79B5773D29C5}" v="50" dt="2026-04-16T13:05:31.95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5033" autoAdjust="0"/>
  </p:normalViewPr>
  <p:slideViewPr>
    <p:cSldViewPr snapToGrid="0" snapToObjects="1">
      <p:cViewPr varScale="1">
        <p:scale>
          <a:sx n="106" d="100"/>
          <a:sy n="106" d="100"/>
        </p:scale>
        <p:origin x="62" y="72"/>
      </p:cViewPr>
      <p:guideLst>
        <p:guide orient="horz" pos="612"/>
        <p:guide orient="horz" pos="852"/>
        <p:guide pos="14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tags" Target="tags/tag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onal Genani" userId="d1fd93578f9e8c8c" providerId="LiveId" clId="{0300D4C8-DA04-4726-B3A2-E37C61829253}"/>
    <pc:docChg chg="undo custSel addSld modSld">
      <pc:chgData name="Sonal Genani" userId="d1fd93578f9e8c8c" providerId="LiveId" clId="{0300D4C8-DA04-4726-B3A2-E37C61829253}" dt="2026-04-16T13:42:18.350" v="782" actId="1076"/>
      <pc:docMkLst>
        <pc:docMk/>
      </pc:docMkLst>
      <pc:sldChg chg="addSp modSp mod">
        <pc:chgData name="Sonal Genani" userId="d1fd93578f9e8c8c" providerId="LiveId" clId="{0300D4C8-DA04-4726-B3A2-E37C61829253}" dt="2026-04-16T13:34:34.376" v="767" actId="20577"/>
        <pc:sldMkLst>
          <pc:docMk/>
          <pc:sldMk cId="0" sldId="258"/>
        </pc:sldMkLst>
        <pc:spChg chg="add">
          <ac:chgData name="Sonal Genani" userId="d1fd93578f9e8c8c" providerId="LiveId" clId="{0300D4C8-DA04-4726-B3A2-E37C61829253}" dt="2026-04-16T12:44:13.040" v="329"/>
          <ac:spMkLst>
            <pc:docMk/>
            <pc:sldMk cId="0" sldId="258"/>
            <ac:spMk id="3" creationId="{6BD57FBB-AF23-47A8-21D9-F913551C179C}"/>
          </ac:spMkLst>
        </pc:spChg>
        <pc:spChg chg="add mod">
          <ac:chgData name="Sonal Genani" userId="d1fd93578f9e8c8c" providerId="LiveId" clId="{0300D4C8-DA04-4726-B3A2-E37C61829253}" dt="2026-04-16T12:44:48.119" v="333"/>
          <ac:spMkLst>
            <pc:docMk/>
            <pc:sldMk cId="0" sldId="258"/>
            <ac:spMk id="5" creationId="{E59A0EC7-FD67-EAF9-61D8-C37AEB4A2DEC}"/>
          </ac:spMkLst>
        </pc:spChg>
        <pc:spChg chg="add">
          <ac:chgData name="Sonal Genani" userId="d1fd93578f9e8c8c" providerId="LiveId" clId="{0300D4C8-DA04-4726-B3A2-E37C61829253}" dt="2026-04-16T12:44:54.969" v="340"/>
          <ac:spMkLst>
            <pc:docMk/>
            <pc:sldMk cId="0" sldId="258"/>
            <ac:spMk id="6" creationId="{14F19181-DC3F-3B82-31D6-E3710CAC1815}"/>
          </ac:spMkLst>
        </pc:spChg>
        <pc:spChg chg="mod">
          <ac:chgData name="Sonal Genani" userId="d1fd93578f9e8c8c" providerId="LiveId" clId="{0300D4C8-DA04-4726-B3A2-E37C61829253}" dt="2026-04-16T13:34:34.376" v="767" actId="20577"/>
          <ac:spMkLst>
            <pc:docMk/>
            <pc:sldMk cId="0" sldId="258"/>
            <ac:spMk id="7" creationId="{38849028-F25C-7DA0-DE56-0DC142EECABD}"/>
          </ac:spMkLst>
        </pc:spChg>
        <pc:spChg chg="add">
          <ac:chgData name="Sonal Genani" userId="d1fd93578f9e8c8c" providerId="LiveId" clId="{0300D4C8-DA04-4726-B3A2-E37C61829253}" dt="2026-04-16T12:46:21.463" v="420"/>
          <ac:spMkLst>
            <pc:docMk/>
            <pc:sldMk cId="0" sldId="258"/>
            <ac:spMk id="8" creationId="{4852E753-A429-15CB-9BAD-4FC58962563B}"/>
          </ac:spMkLst>
        </pc:spChg>
        <pc:spChg chg="add">
          <ac:chgData name="Sonal Genani" userId="d1fd93578f9e8c8c" providerId="LiveId" clId="{0300D4C8-DA04-4726-B3A2-E37C61829253}" dt="2026-04-16T12:46:38.671" v="421"/>
          <ac:spMkLst>
            <pc:docMk/>
            <pc:sldMk cId="0" sldId="258"/>
            <ac:spMk id="9" creationId="{9DA49390-BC4A-EBF5-B59F-3FECF0F526F7}"/>
          </ac:spMkLst>
        </pc:spChg>
      </pc:sldChg>
      <pc:sldChg chg="modSp mod">
        <pc:chgData name="Sonal Genani" userId="d1fd93578f9e8c8c" providerId="LiveId" clId="{0300D4C8-DA04-4726-B3A2-E37C61829253}" dt="2026-04-16T13:34:00.429" v="763" actId="255"/>
        <pc:sldMkLst>
          <pc:docMk/>
          <pc:sldMk cId="0" sldId="259"/>
        </pc:sldMkLst>
        <pc:spChg chg="mod">
          <ac:chgData name="Sonal Genani" userId="d1fd93578f9e8c8c" providerId="LiveId" clId="{0300D4C8-DA04-4726-B3A2-E37C61829253}" dt="2026-04-16T13:34:00.429" v="763" actId="255"/>
          <ac:spMkLst>
            <pc:docMk/>
            <pc:sldMk cId="0" sldId="259"/>
            <ac:spMk id="6" creationId="{EE76AC24-5CB7-D860-6A01-E6D8ABD38610}"/>
          </ac:spMkLst>
        </pc:spChg>
      </pc:sldChg>
      <pc:sldChg chg="addSp modSp mod">
        <pc:chgData name="Sonal Genani" userId="d1fd93578f9e8c8c" providerId="LiveId" clId="{0300D4C8-DA04-4726-B3A2-E37C61829253}" dt="2026-04-05T18:49:47.832" v="126" actId="2711"/>
        <pc:sldMkLst>
          <pc:docMk/>
          <pc:sldMk cId="0" sldId="261"/>
        </pc:sldMkLst>
        <pc:spChg chg="mod">
          <ac:chgData name="Sonal Genani" userId="d1fd93578f9e8c8c" providerId="LiveId" clId="{0300D4C8-DA04-4726-B3A2-E37C61829253}" dt="2026-04-05T18:44:18.810" v="66" actId="2711"/>
          <ac:spMkLst>
            <pc:docMk/>
            <pc:sldMk cId="0" sldId="261"/>
            <ac:spMk id="9" creationId="{00000000-0000-0000-0000-000000000000}"/>
          </ac:spMkLst>
        </pc:spChg>
        <pc:spChg chg="mod">
          <ac:chgData name="Sonal Genani" userId="d1fd93578f9e8c8c" providerId="LiveId" clId="{0300D4C8-DA04-4726-B3A2-E37C61829253}" dt="2026-04-05T18:43:56.672" v="64" actId="2711"/>
          <ac:spMkLst>
            <pc:docMk/>
            <pc:sldMk cId="0" sldId="261"/>
            <ac:spMk id="13" creationId="{00000000-0000-0000-0000-000000000000}"/>
          </ac:spMkLst>
        </pc:spChg>
        <pc:spChg chg="mod">
          <ac:chgData name="Sonal Genani" userId="d1fd93578f9e8c8c" providerId="LiveId" clId="{0300D4C8-DA04-4726-B3A2-E37C61829253}" dt="2026-04-05T18:47:01.685" v="100" actId="20577"/>
          <ac:spMkLst>
            <pc:docMk/>
            <pc:sldMk cId="0" sldId="261"/>
            <ac:spMk id="17" creationId="{00000000-0000-0000-0000-000000000000}"/>
          </ac:spMkLst>
        </pc:spChg>
        <pc:spChg chg="mod">
          <ac:chgData name="Sonal Genani" userId="d1fd93578f9e8c8c" providerId="LiveId" clId="{0300D4C8-DA04-4726-B3A2-E37C61829253}" dt="2026-04-05T18:49:47.832" v="126" actId="2711"/>
          <ac:spMkLst>
            <pc:docMk/>
            <pc:sldMk cId="0" sldId="261"/>
            <ac:spMk id="21" creationId="{00000000-0000-0000-0000-000000000000}"/>
          </ac:spMkLst>
        </pc:spChg>
      </pc:sldChg>
      <pc:sldChg chg="addSp delSp modSp mod">
        <pc:chgData name="Sonal Genani" userId="d1fd93578f9e8c8c" providerId="LiveId" clId="{0300D4C8-DA04-4726-B3A2-E37C61829253}" dt="2026-04-16T13:42:05.440" v="775" actId="1076"/>
        <pc:sldMkLst>
          <pc:docMk/>
          <pc:sldMk cId="0" sldId="262"/>
        </pc:sldMkLst>
        <pc:spChg chg="add">
          <ac:chgData name="Sonal Genani" userId="d1fd93578f9e8c8c" providerId="LiveId" clId="{0300D4C8-DA04-4726-B3A2-E37C61829253}" dt="2026-04-16T13:22:38.828" v="729"/>
          <ac:spMkLst>
            <pc:docMk/>
            <pc:sldMk cId="0" sldId="262"/>
            <ac:spMk id="2" creationId="{40E1FB53-5D9F-560D-AF7B-A6DD3705BDC4}"/>
          </ac:spMkLst>
        </pc:spChg>
        <pc:spChg chg="mod">
          <ac:chgData name="Sonal Genani" userId="d1fd93578f9e8c8c" providerId="LiveId" clId="{0300D4C8-DA04-4726-B3A2-E37C61829253}" dt="2026-04-16T13:42:05.440" v="775" actId="1076"/>
          <ac:spMkLst>
            <pc:docMk/>
            <pc:sldMk cId="0" sldId="262"/>
            <ac:spMk id="7" creationId="{00000000-0000-0000-0000-000000000000}"/>
          </ac:spMkLst>
        </pc:spChg>
        <pc:spChg chg="mod">
          <ac:chgData name="Sonal Genani" userId="d1fd93578f9e8c8c" providerId="LiveId" clId="{0300D4C8-DA04-4726-B3A2-E37C61829253}" dt="2026-04-16T13:10:29.934" v="603" actId="14100"/>
          <ac:spMkLst>
            <pc:docMk/>
            <pc:sldMk cId="0" sldId="262"/>
            <ac:spMk id="9" creationId="{00000000-0000-0000-0000-000000000000}"/>
          </ac:spMkLst>
        </pc:spChg>
        <pc:spChg chg="del">
          <ac:chgData name="Sonal Genani" userId="d1fd93578f9e8c8c" providerId="LiveId" clId="{0300D4C8-DA04-4726-B3A2-E37C61829253}" dt="2026-04-16T13:07:13.476" v="573" actId="21"/>
          <ac:spMkLst>
            <pc:docMk/>
            <pc:sldMk cId="0" sldId="262"/>
            <ac:spMk id="12" creationId="{00000000-0000-0000-0000-000000000000}"/>
          </ac:spMkLst>
        </pc:spChg>
        <pc:spChg chg="del">
          <ac:chgData name="Sonal Genani" userId="d1fd93578f9e8c8c" providerId="LiveId" clId="{0300D4C8-DA04-4726-B3A2-E37C61829253}" dt="2026-04-16T13:05:03.447" v="558" actId="21"/>
          <ac:spMkLst>
            <pc:docMk/>
            <pc:sldMk cId="0" sldId="262"/>
            <ac:spMk id="14" creationId="{00000000-0000-0000-0000-000000000000}"/>
          </ac:spMkLst>
        </pc:spChg>
        <pc:spChg chg="mod">
          <ac:chgData name="Sonal Genani" userId="d1fd93578f9e8c8c" providerId="LiveId" clId="{0300D4C8-DA04-4726-B3A2-E37C61829253}" dt="2026-04-16T13:10:11.508" v="598" actId="20577"/>
          <ac:spMkLst>
            <pc:docMk/>
            <pc:sldMk cId="0" sldId="262"/>
            <ac:spMk id="15" creationId="{00000000-0000-0000-0000-000000000000}"/>
          </ac:spMkLst>
        </pc:spChg>
        <pc:spChg chg="mod">
          <ac:chgData name="Sonal Genani" userId="d1fd93578f9e8c8c" providerId="LiveId" clId="{0300D4C8-DA04-4726-B3A2-E37C61829253}" dt="2026-04-16T13:07:08.385" v="572" actId="20577"/>
          <ac:spMkLst>
            <pc:docMk/>
            <pc:sldMk cId="0" sldId="262"/>
            <ac:spMk id="16" creationId="{00000000-0000-0000-0000-000000000000}"/>
          </ac:spMkLst>
        </pc:spChg>
        <pc:spChg chg="del">
          <ac:chgData name="Sonal Genani" userId="d1fd93578f9e8c8c" providerId="LiveId" clId="{0300D4C8-DA04-4726-B3A2-E37C61829253}" dt="2026-04-16T13:11:39.018" v="609" actId="21"/>
          <ac:spMkLst>
            <pc:docMk/>
            <pc:sldMk cId="0" sldId="262"/>
            <ac:spMk id="17" creationId="{00000000-0000-0000-0000-000000000000}"/>
          </ac:spMkLst>
        </pc:spChg>
        <pc:spChg chg="del mod">
          <ac:chgData name="Sonal Genani" userId="d1fd93578f9e8c8c" providerId="LiveId" clId="{0300D4C8-DA04-4726-B3A2-E37C61829253}" dt="2026-04-16T13:12:07.045" v="615" actId="21"/>
          <ac:spMkLst>
            <pc:docMk/>
            <pc:sldMk cId="0" sldId="262"/>
            <ac:spMk id="19" creationId="{00000000-0000-0000-0000-000000000000}"/>
          </ac:spMkLst>
        </pc:spChg>
        <pc:spChg chg="mod">
          <ac:chgData name="Sonal Genani" userId="d1fd93578f9e8c8c" providerId="LiveId" clId="{0300D4C8-DA04-4726-B3A2-E37C61829253}" dt="2026-04-16T13:14:54.693" v="633" actId="20577"/>
          <ac:spMkLst>
            <pc:docMk/>
            <pc:sldMk cId="0" sldId="262"/>
            <ac:spMk id="20" creationId="{00000000-0000-0000-0000-000000000000}"/>
          </ac:spMkLst>
        </pc:spChg>
        <pc:spChg chg="mod">
          <ac:chgData name="Sonal Genani" userId="d1fd93578f9e8c8c" providerId="LiveId" clId="{0300D4C8-DA04-4726-B3A2-E37C61829253}" dt="2026-04-16T13:23:31.451" v="735" actId="14100"/>
          <ac:spMkLst>
            <pc:docMk/>
            <pc:sldMk cId="0" sldId="262"/>
            <ac:spMk id="21" creationId="{00000000-0000-0000-0000-000000000000}"/>
          </ac:spMkLst>
        </pc:spChg>
        <pc:picChg chg="add del mod modCrop">
          <ac:chgData name="Sonal Genani" userId="d1fd93578f9e8c8c" providerId="LiveId" clId="{0300D4C8-DA04-4726-B3A2-E37C61829253}" dt="2026-04-16T13:41:39.382" v="771" actId="931"/>
          <ac:picMkLst>
            <pc:docMk/>
            <pc:sldMk cId="0" sldId="262"/>
            <ac:picMk id="5" creationId="{4B271CC5-2872-C12F-00A3-CA988E8EB161}"/>
          </ac:picMkLst>
        </pc:picChg>
        <pc:picChg chg="del mod">
          <ac:chgData name="Sonal Genani" userId="d1fd93578f9e8c8c" providerId="LiveId" clId="{0300D4C8-DA04-4726-B3A2-E37C61829253}" dt="2026-04-16T13:05:25.576" v="562" actId="21"/>
          <ac:picMkLst>
            <pc:docMk/>
            <pc:sldMk cId="0" sldId="262"/>
            <ac:picMk id="8" creationId="{1E55E186-77CA-90F3-CE2B-D9091070E225}"/>
          </ac:picMkLst>
        </pc:picChg>
        <pc:picChg chg="mod">
          <ac:chgData name="Sonal Genani" userId="d1fd93578f9e8c8c" providerId="LiveId" clId="{0300D4C8-DA04-4726-B3A2-E37C61829253}" dt="2026-04-16T13:41:57.716" v="774" actId="14100"/>
          <ac:picMkLst>
            <pc:docMk/>
            <pc:sldMk cId="0" sldId="262"/>
            <ac:picMk id="22" creationId="{A4C3C6A9-7D01-B88E-52A1-E55CC02BB0C7}"/>
          </ac:picMkLst>
        </pc:picChg>
        <pc:picChg chg="del mod">
          <ac:chgData name="Sonal Genani" userId="d1fd93578f9e8c8c" providerId="LiveId" clId="{0300D4C8-DA04-4726-B3A2-E37C61829253}" dt="2026-04-16T13:13:45.803" v="618" actId="21"/>
          <ac:picMkLst>
            <pc:docMk/>
            <pc:sldMk cId="0" sldId="262"/>
            <ac:picMk id="24" creationId="{DEDD8881-5B15-C9E0-47F3-23BBA4E89D4E}"/>
          </ac:picMkLst>
        </pc:picChg>
      </pc:sldChg>
      <pc:sldChg chg="addSp delSp modSp mod delAnim">
        <pc:chgData name="Sonal Genani" userId="d1fd93578f9e8c8c" providerId="LiveId" clId="{0300D4C8-DA04-4726-B3A2-E37C61829253}" dt="2026-04-08T16:21:16.237" v="214" actId="255"/>
        <pc:sldMkLst>
          <pc:docMk/>
          <pc:sldMk cId="0" sldId="263"/>
        </pc:sldMkLst>
        <pc:spChg chg="mod">
          <ac:chgData name="Sonal Genani" userId="d1fd93578f9e8c8c" providerId="LiveId" clId="{0300D4C8-DA04-4726-B3A2-E37C61829253}" dt="2026-04-08T16:21:16.237" v="214" actId="255"/>
          <ac:spMkLst>
            <pc:docMk/>
            <pc:sldMk cId="0" sldId="263"/>
            <ac:spMk id="12" creationId="{00000000-0000-0000-0000-000000000000}"/>
          </ac:spMkLst>
        </pc:spChg>
      </pc:sldChg>
      <pc:sldChg chg="modSp mod">
        <pc:chgData name="Sonal Genani" userId="d1fd93578f9e8c8c" providerId="LiveId" clId="{0300D4C8-DA04-4726-B3A2-E37C61829253}" dt="2026-04-05T18:52:20.004" v="132" actId="14100"/>
        <pc:sldMkLst>
          <pc:docMk/>
          <pc:sldMk cId="0" sldId="264"/>
        </pc:sldMkLst>
        <pc:spChg chg="mod">
          <ac:chgData name="Sonal Genani" userId="d1fd93578f9e8c8c" providerId="LiveId" clId="{0300D4C8-DA04-4726-B3A2-E37C61829253}" dt="2026-04-05T18:52:20.004" v="132" actId="14100"/>
          <ac:spMkLst>
            <pc:docMk/>
            <pc:sldMk cId="0" sldId="264"/>
            <ac:spMk id="14" creationId="{00000000-0000-0000-0000-000000000000}"/>
          </ac:spMkLst>
        </pc:spChg>
      </pc:sldChg>
      <pc:sldChg chg="modSp mod">
        <pc:chgData name="Sonal Genani" userId="d1fd93578f9e8c8c" providerId="LiveId" clId="{0300D4C8-DA04-4726-B3A2-E37C61829253}" dt="2026-04-05T18:55:02.630" v="140" actId="2711"/>
        <pc:sldMkLst>
          <pc:docMk/>
          <pc:sldMk cId="0" sldId="265"/>
        </pc:sldMkLst>
        <pc:spChg chg="mod">
          <ac:chgData name="Sonal Genani" userId="d1fd93578f9e8c8c" providerId="LiveId" clId="{0300D4C8-DA04-4726-B3A2-E37C61829253}" dt="2026-04-05T18:55:02.630" v="140" actId="2711"/>
          <ac:spMkLst>
            <pc:docMk/>
            <pc:sldMk cId="0" sldId="265"/>
            <ac:spMk id="14" creationId="{00000000-0000-0000-0000-000000000000}"/>
          </ac:spMkLst>
        </pc:spChg>
      </pc:sldChg>
      <pc:sldChg chg="addSp modSp mod">
        <pc:chgData name="Sonal Genani" userId="d1fd93578f9e8c8c" providerId="LiveId" clId="{0300D4C8-DA04-4726-B3A2-E37C61829253}" dt="2026-04-13T13:50:13.925" v="327" actId="1076"/>
        <pc:sldMkLst>
          <pc:docMk/>
          <pc:sldMk cId="121223606" sldId="268"/>
        </pc:sldMkLst>
        <pc:spChg chg="add mod">
          <ac:chgData name="Sonal Genani" userId="d1fd93578f9e8c8c" providerId="LiveId" clId="{0300D4C8-DA04-4726-B3A2-E37C61829253}" dt="2026-04-13T13:50:13.925" v="327" actId="1076"/>
          <ac:spMkLst>
            <pc:docMk/>
            <pc:sldMk cId="121223606" sldId="268"/>
            <ac:spMk id="26" creationId="{C1260C34-0C6F-11DE-5D61-0E5D0A36120E}"/>
          </ac:spMkLst>
        </pc:spChg>
        <pc:spChg chg="mod">
          <ac:chgData name="Sonal Genani" userId="d1fd93578f9e8c8c" providerId="LiveId" clId="{0300D4C8-DA04-4726-B3A2-E37C61829253}" dt="2026-04-13T13:47:33.588" v="221" actId="1076"/>
          <ac:spMkLst>
            <pc:docMk/>
            <pc:sldMk cId="121223606" sldId="268"/>
            <ac:spMk id="44" creationId="{3578161E-D839-4793-89CB-83A287A2849E}"/>
          </ac:spMkLst>
        </pc:spChg>
        <pc:grpChg chg="mod">
          <ac:chgData name="Sonal Genani" userId="d1fd93578f9e8c8c" providerId="LiveId" clId="{0300D4C8-DA04-4726-B3A2-E37C61829253}" dt="2026-04-13T13:47:50.520" v="223" actId="1076"/>
          <ac:grpSpMkLst>
            <pc:docMk/>
            <pc:sldMk cId="121223606" sldId="268"/>
            <ac:grpSpMk id="47" creationId="{1E9CDC51-FF0E-F171-6762-BB19A05B4D8E}"/>
          </ac:grpSpMkLst>
        </pc:grpChg>
        <pc:picChg chg="mod">
          <ac:chgData name="Sonal Genani" userId="d1fd93578f9e8c8c" providerId="LiveId" clId="{0300D4C8-DA04-4726-B3A2-E37C61829253}" dt="2026-04-13T13:47:29.386" v="220" actId="1076"/>
          <ac:picMkLst>
            <pc:docMk/>
            <pc:sldMk cId="121223606" sldId="268"/>
            <ac:picMk id="46" creationId="{21A2EF52-784B-5BFA-EB88-FB9E7588BFF8}"/>
          </ac:picMkLst>
        </pc:picChg>
        <pc:picChg chg="mod">
          <ac:chgData name="Sonal Genani" userId="d1fd93578f9e8c8c" providerId="LiveId" clId="{0300D4C8-DA04-4726-B3A2-E37C61829253}" dt="2026-04-13T13:43:35.195" v="215" actId="1076"/>
          <ac:picMkLst>
            <pc:docMk/>
            <pc:sldMk cId="121223606" sldId="268"/>
            <ac:picMk id="50" creationId="{C926F708-70B7-B0DB-A148-0FA2830D925D}"/>
          </ac:picMkLst>
        </pc:picChg>
      </pc:sldChg>
      <pc:sldChg chg="addSp modSp new mod">
        <pc:chgData name="Sonal Genani" userId="d1fd93578f9e8c8c" providerId="LiveId" clId="{0300D4C8-DA04-4726-B3A2-E37C61829253}" dt="2026-04-16T13:42:18.350" v="782" actId="1076"/>
        <pc:sldMkLst>
          <pc:docMk/>
          <pc:sldMk cId="3330356273" sldId="269"/>
        </pc:sldMkLst>
        <pc:spChg chg="add mod">
          <ac:chgData name="Sonal Genani" userId="d1fd93578f9e8c8c" providerId="LiveId" clId="{0300D4C8-DA04-4726-B3A2-E37C61829253}" dt="2026-04-16T13:04:47.787" v="556" actId="255"/>
          <ac:spMkLst>
            <pc:docMk/>
            <pc:sldMk cId="3330356273" sldId="269"/>
            <ac:spMk id="2" creationId="{DFE33A44-A675-63C4-FABF-A0C66D26F941}"/>
          </ac:spMkLst>
        </pc:spChg>
        <pc:spChg chg="add mod">
          <ac:chgData name="Sonal Genani" userId="d1fd93578f9e8c8c" providerId="LiveId" clId="{0300D4C8-DA04-4726-B3A2-E37C61829253}" dt="2026-04-16T13:26:39.430" v="752" actId="20577"/>
          <ac:spMkLst>
            <pc:docMk/>
            <pc:sldMk cId="3330356273" sldId="269"/>
            <ac:spMk id="4" creationId="{2AA44589-DDD9-DE7E-C3D7-6428E9AC9E25}"/>
          </ac:spMkLst>
        </pc:spChg>
        <pc:spChg chg="add mod ord">
          <ac:chgData name="Sonal Genani" userId="d1fd93578f9e8c8c" providerId="LiveId" clId="{0300D4C8-DA04-4726-B3A2-E37C61829253}" dt="2026-04-16T13:42:18.350" v="782" actId="1076"/>
          <ac:spMkLst>
            <pc:docMk/>
            <pc:sldMk cId="3330356273" sldId="269"/>
            <ac:spMk id="12" creationId="{00000000-0000-0000-0000-000000000000}"/>
          </ac:spMkLst>
        </pc:spChg>
        <pc:spChg chg="add mod">
          <ac:chgData name="Sonal Genani" userId="d1fd93578f9e8c8c" providerId="LiveId" clId="{0300D4C8-DA04-4726-B3A2-E37C61829253}" dt="2026-04-16T13:08:42.046" v="587" actId="1076"/>
          <ac:spMkLst>
            <pc:docMk/>
            <pc:sldMk cId="3330356273" sldId="269"/>
            <ac:spMk id="14" creationId="{00000000-0000-0000-0000-000000000000}"/>
          </ac:spMkLst>
        </pc:spChg>
        <pc:picChg chg="add mod">
          <ac:chgData name="Sonal Genani" userId="d1fd93578f9e8c8c" providerId="LiveId" clId="{0300D4C8-DA04-4726-B3A2-E37C61829253}" dt="2026-04-16T13:24:35.423" v="746" actId="14100"/>
          <ac:picMkLst>
            <pc:docMk/>
            <pc:sldMk cId="3330356273" sldId="269"/>
            <ac:picMk id="8" creationId="{1E55E186-77CA-90F3-CE2B-D9091070E225}"/>
          </ac:picMkLst>
        </pc:picChg>
      </pc:sldChg>
      <pc:sldChg chg="addSp modSp new mod">
        <pc:chgData name="Sonal Genani" userId="d1fd93578f9e8c8c" providerId="LiveId" clId="{0300D4C8-DA04-4726-B3A2-E37C61829253}" dt="2026-04-16T13:28:26.788" v="762" actId="20577"/>
        <pc:sldMkLst>
          <pc:docMk/>
          <pc:sldMk cId="1062620943" sldId="270"/>
        </pc:sldMkLst>
        <pc:spChg chg="add mod">
          <ac:chgData name="Sonal Genani" userId="d1fd93578f9e8c8c" providerId="LiveId" clId="{0300D4C8-DA04-4726-B3A2-E37C61829253}" dt="2026-04-16T13:14:39.469" v="627" actId="1076"/>
          <ac:spMkLst>
            <pc:docMk/>
            <pc:sldMk cId="1062620943" sldId="270"/>
            <ac:spMk id="3" creationId="{8912A0C5-DF62-7604-C730-E673567306C8}"/>
          </ac:spMkLst>
        </pc:spChg>
        <pc:spChg chg="add mod">
          <ac:chgData name="Sonal Genani" userId="d1fd93578f9e8c8c" providerId="LiveId" clId="{0300D4C8-DA04-4726-B3A2-E37C61829253}" dt="2026-04-16T13:28:26.788" v="762" actId="20577"/>
          <ac:spMkLst>
            <pc:docMk/>
            <pc:sldMk cId="1062620943" sldId="270"/>
            <ac:spMk id="5" creationId="{5F82F99E-08C1-7EE5-BBB8-EFA6DD7899D4}"/>
          </ac:spMkLst>
        </pc:spChg>
        <pc:spChg chg="add mod">
          <ac:chgData name="Sonal Genani" userId="d1fd93578f9e8c8c" providerId="LiveId" clId="{0300D4C8-DA04-4726-B3A2-E37C61829253}" dt="2026-04-16T13:11:59.729" v="613" actId="1076"/>
          <ac:spMkLst>
            <pc:docMk/>
            <pc:sldMk cId="1062620943" sldId="270"/>
            <ac:spMk id="17" creationId="{00000000-0000-0000-0000-000000000000}"/>
          </ac:spMkLst>
        </pc:spChg>
        <pc:spChg chg="add mod">
          <ac:chgData name="Sonal Genani" userId="d1fd93578f9e8c8c" providerId="LiveId" clId="{0300D4C8-DA04-4726-B3A2-E37C61829253}" dt="2026-04-16T13:14:15.501" v="624" actId="14100"/>
          <ac:spMkLst>
            <pc:docMk/>
            <pc:sldMk cId="1062620943" sldId="270"/>
            <ac:spMk id="19" creationId="{00000000-0000-0000-0000-000000000000}"/>
          </ac:spMkLst>
        </pc:spChg>
        <pc:picChg chg="add mod">
          <ac:chgData name="Sonal Genani" userId="d1fd93578f9e8c8c" providerId="LiveId" clId="{0300D4C8-DA04-4726-B3A2-E37C61829253}" dt="2026-04-16T13:26:56.521" v="756" actId="14100"/>
          <ac:picMkLst>
            <pc:docMk/>
            <pc:sldMk cId="1062620943" sldId="270"/>
            <ac:picMk id="24" creationId="{DEDD8881-5B15-C9E0-47F3-23BBA4E89D4E}"/>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0654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B537A-B4DE-D1CE-3512-BCBDE4AC70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8C2033-F357-E6BE-5BF1-877BC1AD1B3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A567B0F-4F1D-ECFE-050E-B551ABF85EAD}"/>
              </a:ext>
            </a:extLst>
          </p:cNvPr>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6398896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ustDataLst>
      <p:tags r:id="rId1"/>
    </p:custData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265203801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2" name="Group 8">
            <a:extLst>
              <a:ext uri="{FF2B5EF4-FFF2-40B4-BE49-F238E27FC236}">
                <a16:creationId xmlns:a16="http://schemas.microsoft.com/office/drawing/2014/main" id="{A68FA2BF-9B6A-948D-43A3-04C207F5B33C}"/>
              </a:ext>
            </a:extLst>
          </p:cNvPr>
          <p:cNvGrpSpPr/>
          <p:nvPr userDrawn="1"/>
        </p:nvGrpSpPr>
        <p:grpSpPr>
          <a:xfrm flipH="1">
            <a:off x="0" y="5036127"/>
            <a:ext cx="9144000" cy="107373"/>
            <a:chOff x="0" y="0"/>
            <a:chExt cx="4402382" cy="66464"/>
          </a:xfrm>
        </p:grpSpPr>
        <p:sp>
          <p:nvSpPr>
            <p:cNvPr id="3" name="Freeform 9">
              <a:extLst>
                <a:ext uri="{FF2B5EF4-FFF2-40B4-BE49-F238E27FC236}">
                  <a16:creationId xmlns:a16="http://schemas.microsoft.com/office/drawing/2014/main" id="{8B83B97F-BA22-827B-E1BD-8DD9E1D3E0F6}"/>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4" name="TextBox 10">
              <a:extLst>
                <a:ext uri="{FF2B5EF4-FFF2-40B4-BE49-F238E27FC236}">
                  <a16:creationId xmlns:a16="http://schemas.microsoft.com/office/drawing/2014/main" id="{FC94FAC8-E161-FF7D-84BF-C498EADA502D}"/>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grpSp>
        <p:nvGrpSpPr>
          <p:cNvPr id="5" name="Group 8">
            <a:extLst>
              <a:ext uri="{FF2B5EF4-FFF2-40B4-BE49-F238E27FC236}">
                <a16:creationId xmlns:a16="http://schemas.microsoft.com/office/drawing/2014/main" id="{1988876B-43B4-642F-AB10-8B137A34386D}"/>
              </a:ext>
            </a:extLst>
          </p:cNvPr>
          <p:cNvGrpSpPr/>
          <p:nvPr userDrawn="1"/>
        </p:nvGrpSpPr>
        <p:grpSpPr>
          <a:xfrm>
            <a:off x="0" y="0"/>
            <a:ext cx="9144000" cy="424206"/>
            <a:chOff x="0" y="0"/>
            <a:chExt cx="4402382" cy="66464"/>
          </a:xfrm>
        </p:grpSpPr>
        <p:sp>
          <p:nvSpPr>
            <p:cNvPr id="6" name="Freeform 9">
              <a:extLst>
                <a:ext uri="{FF2B5EF4-FFF2-40B4-BE49-F238E27FC236}">
                  <a16:creationId xmlns:a16="http://schemas.microsoft.com/office/drawing/2014/main" id="{613EFC18-F90F-C121-3F09-53AB8141D658}"/>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7" name="TextBox 10">
              <a:extLst>
                <a:ext uri="{FF2B5EF4-FFF2-40B4-BE49-F238E27FC236}">
                  <a16:creationId xmlns:a16="http://schemas.microsoft.com/office/drawing/2014/main" id="{D81422F7-8BE4-EC53-5307-9812E24315C1}"/>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pic>
        <p:nvPicPr>
          <p:cNvPr id="8" name="Picture 7" descr="A black and white logo&#10;&#10;AI-generated content may be incorrect.">
            <a:extLst>
              <a:ext uri="{FF2B5EF4-FFF2-40B4-BE49-F238E27FC236}">
                <a16:creationId xmlns:a16="http://schemas.microsoft.com/office/drawing/2014/main" id="{31AC86FC-94F1-13A5-98FD-3215960D2A05}"/>
              </a:ext>
            </a:extLst>
          </p:cNvPr>
          <p:cNvPicPr>
            <a:picLocks noChangeAspect="1"/>
          </p:cNvPicPr>
          <p:nvPr userDrawn="1"/>
        </p:nvPicPr>
        <p:blipFill>
          <a:blip r:embed="rId5"/>
          <a:stretch>
            <a:fillRect/>
          </a:stretch>
        </p:blipFill>
        <p:spPr>
          <a:xfrm>
            <a:off x="7820696" y="55166"/>
            <a:ext cx="965086" cy="313873"/>
          </a:xfrm>
          <a:prstGeom prst="rect">
            <a:avLst/>
          </a:prstGeom>
        </p:spPr>
      </p:pic>
    </p:spTree>
    <p:custDataLst>
      <p:tags r:id="rId4"/>
    </p:custDataLst>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notesSlide" Target="../notesSlides/notesSlide1.xml"/><Relationship Id="rId7" Type="http://schemas.openxmlformats.org/officeDocument/2006/relationships/image" Target="../media/image5.png"/><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sv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7.xml"/><Relationship Id="rId4" Type="http://schemas.openxmlformats.org/officeDocument/2006/relationships/image" Target="../media/image9.sv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8.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9.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10.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11.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12.xml"/><Relationship Id="rId4" Type="http://schemas.openxmlformats.org/officeDocument/2006/relationships/hyperlink" Target="https://1drv.ms/v/c/D1FD93578F9E8C8C/IQBnqRj4Yu6hTp_tWBOeDdYSAaGVZuHmiJ-zouaw8Fbe6vs?e=SOLEml" TargetMode="Externa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13.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14.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E219A4-F5CF-3B84-A831-006143830DFC}"/>
            </a:ext>
          </a:extLst>
        </p:cNvPr>
        <p:cNvGrpSpPr/>
        <p:nvPr/>
      </p:nvGrpSpPr>
      <p:grpSpPr>
        <a:xfrm>
          <a:off x="0" y="0"/>
          <a:ext cx="0" cy="0"/>
          <a:chOff x="0" y="0"/>
          <a:chExt cx="0" cy="0"/>
        </a:xfrm>
      </p:grpSpPr>
      <p:sp>
        <p:nvSpPr>
          <p:cNvPr id="75" name="Rectangle: Rounded Corners 74">
            <a:extLst>
              <a:ext uri="{FF2B5EF4-FFF2-40B4-BE49-F238E27FC236}">
                <a16:creationId xmlns:a16="http://schemas.microsoft.com/office/drawing/2014/main" id="{5BBAA9FE-14A6-3635-BDE0-21E75B60255D}"/>
              </a:ext>
            </a:extLst>
          </p:cNvPr>
          <p:cNvSpPr/>
          <p:nvPr/>
        </p:nvSpPr>
        <p:spPr>
          <a:xfrm>
            <a:off x="364882" y="652908"/>
            <a:ext cx="3603333" cy="485021"/>
          </a:xfrm>
          <a:prstGeom prst="roundRect">
            <a:avLst/>
          </a:prstGeom>
          <a:solidFill>
            <a:schemeClr val="bg1"/>
          </a:solidFill>
          <a:ln>
            <a:solidFill>
              <a:srgbClr val="1D63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 name="Group 2">
            <a:extLst>
              <a:ext uri="{FF2B5EF4-FFF2-40B4-BE49-F238E27FC236}">
                <a16:creationId xmlns:a16="http://schemas.microsoft.com/office/drawing/2014/main" id="{DC713F69-E6DD-B345-33D3-499B008F7A17}"/>
              </a:ext>
            </a:extLst>
          </p:cNvPr>
          <p:cNvGrpSpPr/>
          <p:nvPr/>
        </p:nvGrpSpPr>
        <p:grpSpPr>
          <a:xfrm>
            <a:off x="0" y="0"/>
            <a:ext cx="4153368" cy="126178"/>
            <a:chOff x="0" y="0"/>
            <a:chExt cx="2187782" cy="66464"/>
          </a:xfrm>
        </p:grpSpPr>
        <p:sp>
          <p:nvSpPr>
            <p:cNvPr id="3" name="Freeform 3">
              <a:extLst>
                <a:ext uri="{FF2B5EF4-FFF2-40B4-BE49-F238E27FC236}">
                  <a16:creationId xmlns:a16="http://schemas.microsoft.com/office/drawing/2014/main" id="{16F12EA0-AE27-85D3-96E6-BED52A471BC9}"/>
                </a:ext>
              </a:extLst>
            </p:cNvPr>
            <p:cNvSpPr/>
            <p:nvPr/>
          </p:nvSpPr>
          <p:spPr>
            <a:xfrm>
              <a:off x="0" y="0"/>
              <a:ext cx="2187782" cy="66464"/>
            </a:xfrm>
            <a:custGeom>
              <a:avLst/>
              <a:gdLst/>
              <a:ahLst/>
              <a:cxnLst/>
              <a:rect l="l" t="t" r="r" b="b"/>
              <a:pathLst>
                <a:path w="2187782" h="66464">
                  <a:moveTo>
                    <a:pt x="0" y="0"/>
                  </a:moveTo>
                  <a:lnTo>
                    <a:pt x="2187782" y="0"/>
                  </a:lnTo>
                  <a:lnTo>
                    <a:pt x="21877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4" name="TextBox 4">
              <a:extLst>
                <a:ext uri="{FF2B5EF4-FFF2-40B4-BE49-F238E27FC236}">
                  <a16:creationId xmlns:a16="http://schemas.microsoft.com/office/drawing/2014/main" id="{EEDED881-7208-D373-6128-A08573FEEA11}"/>
                </a:ext>
              </a:extLst>
            </p:cNvPr>
            <p:cNvSpPr txBox="1"/>
            <p:nvPr/>
          </p:nvSpPr>
          <p:spPr>
            <a:xfrm>
              <a:off x="0" y="-38100"/>
              <a:ext cx="2187782" cy="104564"/>
            </a:xfrm>
            <a:prstGeom prst="rect">
              <a:avLst/>
            </a:prstGeom>
          </p:spPr>
          <p:txBody>
            <a:bodyPr lIns="25400" tIns="25400" rIns="25400" bIns="25400" rtlCol="0" anchor="ctr"/>
            <a:lstStyle/>
            <a:p>
              <a:pPr algn="ctr">
                <a:lnSpc>
                  <a:spcPts val="1330"/>
                </a:lnSpc>
              </a:pPr>
              <a:endParaRPr sz="700"/>
            </a:p>
          </p:txBody>
        </p:sp>
      </p:grpSp>
      <p:grpSp>
        <p:nvGrpSpPr>
          <p:cNvPr id="5" name="Group 5">
            <a:extLst>
              <a:ext uri="{FF2B5EF4-FFF2-40B4-BE49-F238E27FC236}">
                <a16:creationId xmlns:a16="http://schemas.microsoft.com/office/drawing/2014/main" id="{071C7EC6-7D4C-F061-CDE0-6A50914ECB9E}"/>
              </a:ext>
            </a:extLst>
          </p:cNvPr>
          <p:cNvGrpSpPr/>
          <p:nvPr/>
        </p:nvGrpSpPr>
        <p:grpSpPr>
          <a:xfrm>
            <a:off x="0" y="5017322"/>
            <a:ext cx="7571294" cy="126178"/>
            <a:chOff x="0" y="0"/>
            <a:chExt cx="3988171" cy="66464"/>
          </a:xfrm>
        </p:grpSpPr>
        <p:sp>
          <p:nvSpPr>
            <p:cNvPr id="6" name="Freeform 6">
              <a:extLst>
                <a:ext uri="{FF2B5EF4-FFF2-40B4-BE49-F238E27FC236}">
                  <a16:creationId xmlns:a16="http://schemas.microsoft.com/office/drawing/2014/main" id="{B4AD79D7-46FD-6B0C-7DE4-FF78018F4A88}"/>
                </a:ext>
              </a:extLst>
            </p:cNvPr>
            <p:cNvSpPr/>
            <p:nvPr/>
          </p:nvSpPr>
          <p:spPr>
            <a:xfrm>
              <a:off x="0" y="0"/>
              <a:ext cx="3988171" cy="66464"/>
            </a:xfrm>
            <a:custGeom>
              <a:avLst/>
              <a:gdLst/>
              <a:ahLst/>
              <a:cxnLst/>
              <a:rect l="l" t="t" r="r" b="b"/>
              <a:pathLst>
                <a:path w="3988171" h="66464">
                  <a:moveTo>
                    <a:pt x="0" y="0"/>
                  </a:moveTo>
                  <a:lnTo>
                    <a:pt x="3988171" y="0"/>
                  </a:lnTo>
                  <a:lnTo>
                    <a:pt x="3988171"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7" name="TextBox 7">
              <a:extLst>
                <a:ext uri="{FF2B5EF4-FFF2-40B4-BE49-F238E27FC236}">
                  <a16:creationId xmlns:a16="http://schemas.microsoft.com/office/drawing/2014/main" id="{C396E051-FCE8-96D0-093A-9DAA0B6CA32C}"/>
                </a:ext>
              </a:extLst>
            </p:cNvPr>
            <p:cNvSpPr txBox="1"/>
            <p:nvPr/>
          </p:nvSpPr>
          <p:spPr>
            <a:xfrm>
              <a:off x="0" y="-38100"/>
              <a:ext cx="3988171" cy="104564"/>
            </a:xfrm>
            <a:prstGeom prst="rect">
              <a:avLst/>
            </a:prstGeom>
          </p:spPr>
          <p:txBody>
            <a:bodyPr lIns="25400" tIns="25400" rIns="25400" bIns="25400" rtlCol="0" anchor="ctr"/>
            <a:lstStyle/>
            <a:p>
              <a:pPr algn="ctr">
                <a:lnSpc>
                  <a:spcPts val="1330"/>
                </a:lnSpc>
              </a:pPr>
              <a:endParaRPr sz="700"/>
            </a:p>
          </p:txBody>
        </p:sp>
      </p:grpSp>
      <p:grpSp>
        <p:nvGrpSpPr>
          <p:cNvPr id="8" name="Group 8">
            <a:extLst>
              <a:ext uri="{FF2B5EF4-FFF2-40B4-BE49-F238E27FC236}">
                <a16:creationId xmlns:a16="http://schemas.microsoft.com/office/drawing/2014/main" id="{614E0FB1-7343-AA0B-7107-6EF9941BD391}"/>
              </a:ext>
            </a:extLst>
          </p:cNvPr>
          <p:cNvGrpSpPr/>
          <p:nvPr/>
        </p:nvGrpSpPr>
        <p:grpSpPr>
          <a:xfrm rot="2700000">
            <a:off x="3661769" y="-528997"/>
            <a:ext cx="4602320" cy="2123257"/>
            <a:chOff x="0" y="0"/>
            <a:chExt cx="2424267" cy="1118423"/>
          </a:xfrm>
        </p:grpSpPr>
        <p:sp>
          <p:nvSpPr>
            <p:cNvPr id="9" name="Freeform 9">
              <a:extLst>
                <a:ext uri="{FF2B5EF4-FFF2-40B4-BE49-F238E27FC236}">
                  <a16:creationId xmlns:a16="http://schemas.microsoft.com/office/drawing/2014/main" id="{8AFFC971-D518-DC63-82CA-066EEEE8BD9D}"/>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0" name="TextBox 10">
              <a:extLst>
                <a:ext uri="{FF2B5EF4-FFF2-40B4-BE49-F238E27FC236}">
                  <a16:creationId xmlns:a16="http://schemas.microsoft.com/office/drawing/2014/main" id="{EF1F892B-32CB-D20F-CD5E-29D9DD282E0B}"/>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11" name="Group 11">
            <a:extLst>
              <a:ext uri="{FF2B5EF4-FFF2-40B4-BE49-F238E27FC236}">
                <a16:creationId xmlns:a16="http://schemas.microsoft.com/office/drawing/2014/main" id="{0903312A-41E4-0C98-DB5C-2FD31C761F00}"/>
              </a:ext>
            </a:extLst>
          </p:cNvPr>
          <p:cNvGrpSpPr/>
          <p:nvPr/>
        </p:nvGrpSpPr>
        <p:grpSpPr>
          <a:xfrm rot="2700000">
            <a:off x="5632358" y="303921"/>
            <a:ext cx="3724082" cy="1064394"/>
            <a:chOff x="0" y="0"/>
            <a:chExt cx="1961656" cy="560668"/>
          </a:xfrm>
        </p:grpSpPr>
        <p:sp>
          <p:nvSpPr>
            <p:cNvPr id="12" name="Freeform 12">
              <a:extLst>
                <a:ext uri="{FF2B5EF4-FFF2-40B4-BE49-F238E27FC236}">
                  <a16:creationId xmlns:a16="http://schemas.microsoft.com/office/drawing/2014/main" id="{A8440D19-D63B-AF33-3EAE-F2B37D5CF256}"/>
                </a:ext>
              </a:extLst>
            </p:cNvPr>
            <p:cNvSpPr/>
            <p:nvPr/>
          </p:nvSpPr>
          <p:spPr>
            <a:xfrm>
              <a:off x="0" y="0"/>
              <a:ext cx="1961656" cy="560668"/>
            </a:xfrm>
            <a:custGeom>
              <a:avLst/>
              <a:gdLst/>
              <a:ahLst/>
              <a:cxnLst/>
              <a:rect l="l" t="t" r="r" b="b"/>
              <a:pathLst>
                <a:path w="1961656" h="560668">
                  <a:moveTo>
                    <a:pt x="0" y="0"/>
                  </a:moveTo>
                  <a:lnTo>
                    <a:pt x="1961656" y="0"/>
                  </a:lnTo>
                  <a:lnTo>
                    <a:pt x="1961656" y="560668"/>
                  </a:lnTo>
                  <a:lnTo>
                    <a:pt x="0" y="560668"/>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3" name="TextBox 13">
              <a:extLst>
                <a:ext uri="{FF2B5EF4-FFF2-40B4-BE49-F238E27FC236}">
                  <a16:creationId xmlns:a16="http://schemas.microsoft.com/office/drawing/2014/main" id="{70297523-D0C9-81EB-FA45-802E3E7D096A}"/>
                </a:ext>
              </a:extLst>
            </p:cNvPr>
            <p:cNvSpPr txBox="1"/>
            <p:nvPr/>
          </p:nvSpPr>
          <p:spPr>
            <a:xfrm>
              <a:off x="0" y="-38100"/>
              <a:ext cx="1961656" cy="598768"/>
            </a:xfrm>
            <a:prstGeom prst="rect">
              <a:avLst/>
            </a:prstGeom>
          </p:spPr>
          <p:txBody>
            <a:bodyPr lIns="25400" tIns="25400" rIns="25400" bIns="25400" rtlCol="0" anchor="ctr"/>
            <a:lstStyle/>
            <a:p>
              <a:pPr algn="ctr">
                <a:lnSpc>
                  <a:spcPts val="1330"/>
                </a:lnSpc>
              </a:pPr>
              <a:endParaRPr sz="700"/>
            </a:p>
          </p:txBody>
        </p:sp>
      </p:grpSp>
      <p:grpSp>
        <p:nvGrpSpPr>
          <p:cNvPr id="14" name="Group 14">
            <a:extLst>
              <a:ext uri="{FF2B5EF4-FFF2-40B4-BE49-F238E27FC236}">
                <a16:creationId xmlns:a16="http://schemas.microsoft.com/office/drawing/2014/main" id="{3AF039C7-166F-DC3C-FD40-F2CACE3926F2}"/>
              </a:ext>
            </a:extLst>
          </p:cNvPr>
          <p:cNvGrpSpPr/>
          <p:nvPr/>
        </p:nvGrpSpPr>
        <p:grpSpPr>
          <a:xfrm rot="2700000">
            <a:off x="7528217" y="-892816"/>
            <a:ext cx="2873959" cy="1967021"/>
            <a:chOff x="0" y="0"/>
            <a:chExt cx="1513855" cy="1036126"/>
          </a:xfrm>
        </p:grpSpPr>
        <p:sp>
          <p:nvSpPr>
            <p:cNvPr id="15" name="Freeform 15">
              <a:extLst>
                <a:ext uri="{FF2B5EF4-FFF2-40B4-BE49-F238E27FC236}">
                  <a16:creationId xmlns:a16="http://schemas.microsoft.com/office/drawing/2014/main" id="{166C2FB9-D184-461A-308A-1F6AFD5F7BBF}"/>
                </a:ext>
              </a:extLst>
            </p:cNvPr>
            <p:cNvSpPr/>
            <p:nvPr/>
          </p:nvSpPr>
          <p:spPr>
            <a:xfrm>
              <a:off x="0" y="0"/>
              <a:ext cx="1513855" cy="1036126"/>
            </a:xfrm>
            <a:custGeom>
              <a:avLst/>
              <a:gdLst/>
              <a:ahLst/>
              <a:cxnLst/>
              <a:rect l="l" t="t" r="r" b="b"/>
              <a:pathLst>
                <a:path w="1513855" h="1036126">
                  <a:moveTo>
                    <a:pt x="0" y="0"/>
                  </a:moveTo>
                  <a:lnTo>
                    <a:pt x="1513855" y="0"/>
                  </a:lnTo>
                  <a:lnTo>
                    <a:pt x="1513855" y="1036126"/>
                  </a:lnTo>
                  <a:lnTo>
                    <a:pt x="0" y="1036126"/>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6" name="TextBox 16">
              <a:extLst>
                <a:ext uri="{FF2B5EF4-FFF2-40B4-BE49-F238E27FC236}">
                  <a16:creationId xmlns:a16="http://schemas.microsoft.com/office/drawing/2014/main" id="{D78B5C6B-C409-CCBB-2B06-FBD31CAC99E4}"/>
                </a:ext>
              </a:extLst>
            </p:cNvPr>
            <p:cNvSpPr txBox="1"/>
            <p:nvPr/>
          </p:nvSpPr>
          <p:spPr>
            <a:xfrm>
              <a:off x="0" y="-38100"/>
              <a:ext cx="1513855" cy="1074226"/>
            </a:xfrm>
            <a:prstGeom prst="rect">
              <a:avLst/>
            </a:prstGeom>
          </p:spPr>
          <p:txBody>
            <a:bodyPr lIns="25400" tIns="25400" rIns="25400" bIns="25400" rtlCol="0" anchor="ctr"/>
            <a:lstStyle/>
            <a:p>
              <a:pPr algn="ctr">
                <a:lnSpc>
                  <a:spcPts val="1330"/>
                </a:lnSpc>
              </a:pPr>
              <a:endParaRPr sz="700"/>
            </a:p>
          </p:txBody>
        </p:sp>
      </p:grpSp>
      <p:grpSp>
        <p:nvGrpSpPr>
          <p:cNvPr id="17" name="Group 17">
            <a:extLst>
              <a:ext uri="{FF2B5EF4-FFF2-40B4-BE49-F238E27FC236}">
                <a16:creationId xmlns:a16="http://schemas.microsoft.com/office/drawing/2014/main" id="{BB6CD3B7-9C29-31B7-074F-1C8E56CB1626}"/>
              </a:ext>
            </a:extLst>
          </p:cNvPr>
          <p:cNvGrpSpPr/>
          <p:nvPr/>
        </p:nvGrpSpPr>
        <p:grpSpPr>
          <a:xfrm rot="2700000">
            <a:off x="6756840" y="4003698"/>
            <a:ext cx="4602320" cy="2123257"/>
            <a:chOff x="0" y="0"/>
            <a:chExt cx="2424267" cy="1118423"/>
          </a:xfrm>
        </p:grpSpPr>
        <p:sp>
          <p:nvSpPr>
            <p:cNvPr id="18" name="Freeform 18">
              <a:extLst>
                <a:ext uri="{FF2B5EF4-FFF2-40B4-BE49-F238E27FC236}">
                  <a16:creationId xmlns:a16="http://schemas.microsoft.com/office/drawing/2014/main" id="{059C69CD-FBFA-E4B4-AA86-445D5367D190}"/>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9" name="TextBox 19">
              <a:extLst>
                <a:ext uri="{FF2B5EF4-FFF2-40B4-BE49-F238E27FC236}">
                  <a16:creationId xmlns:a16="http://schemas.microsoft.com/office/drawing/2014/main" id="{3FFFD043-6DDC-803C-1EE7-E745D2CD7192}"/>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20" name="Group 20">
            <a:extLst>
              <a:ext uri="{FF2B5EF4-FFF2-40B4-BE49-F238E27FC236}">
                <a16:creationId xmlns:a16="http://schemas.microsoft.com/office/drawing/2014/main" id="{40B8BCE7-F5DB-C74D-120E-15FE119805F6}"/>
              </a:ext>
            </a:extLst>
          </p:cNvPr>
          <p:cNvGrpSpPr/>
          <p:nvPr/>
        </p:nvGrpSpPr>
        <p:grpSpPr>
          <a:xfrm rot="2700000">
            <a:off x="7842195" y="3672519"/>
            <a:ext cx="2166949" cy="1126189"/>
            <a:chOff x="0" y="0"/>
            <a:chExt cx="1141438" cy="593219"/>
          </a:xfrm>
        </p:grpSpPr>
        <p:sp>
          <p:nvSpPr>
            <p:cNvPr id="21" name="Freeform 21">
              <a:extLst>
                <a:ext uri="{FF2B5EF4-FFF2-40B4-BE49-F238E27FC236}">
                  <a16:creationId xmlns:a16="http://schemas.microsoft.com/office/drawing/2014/main" id="{7CCA289A-B33A-364F-D970-B4B0741374DB}"/>
                </a:ext>
              </a:extLst>
            </p:cNvPr>
            <p:cNvSpPr/>
            <p:nvPr/>
          </p:nvSpPr>
          <p:spPr>
            <a:xfrm>
              <a:off x="0" y="0"/>
              <a:ext cx="1141438" cy="593219"/>
            </a:xfrm>
            <a:custGeom>
              <a:avLst/>
              <a:gdLst/>
              <a:ahLst/>
              <a:cxnLst/>
              <a:rect l="l" t="t" r="r" b="b"/>
              <a:pathLst>
                <a:path w="1141438" h="593219">
                  <a:moveTo>
                    <a:pt x="0" y="0"/>
                  </a:moveTo>
                  <a:lnTo>
                    <a:pt x="1141438" y="0"/>
                  </a:lnTo>
                  <a:lnTo>
                    <a:pt x="1141438" y="593219"/>
                  </a:lnTo>
                  <a:lnTo>
                    <a:pt x="0" y="593219"/>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22" name="TextBox 22">
              <a:extLst>
                <a:ext uri="{FF2B5EF4-FFF2-40B4-BE49-F238E27FC236}">
                  <a16:creationId xmlns:a16="http://schemas.microsoft.com/office/drawing/2014/main" id="{6D1B43F8-87A5-2EDD-F149-BE82A2984EB5}"/>
                </a:ext>
              </a:extLst>
            </p:cNvPr>
            <p:cNvSpPr txBox="1"/>
            <p:nvPr/>
          </p:nvSpPr>
          <p:spPr>
            <a:xfrm>
              <a:off x="0" y="-38100"/>
              <a:ext cx="1141438" cy="631319"/>
            </a:xfrm>
            <a:prstGeom prst="rect">
              <a:avLst/>
            </a:prstGeom>
          </p:spPr>
          <p:txBody>
            <a:bodyPr lIns="25400" tIns="25400" rIns="25400" bIns="25400" rtlCol="0" anchor="ctr"/>
            <a:lstStyle/>
            <a:p>
              <a:pPr algn="ctr">
                <a:lnSpc>
                  <a:spcPts val="1330"/>
                </a:lnSpc>
              </a:pPr>
              <a:endParaRPr sz="700"/>
            </a:p>
          </p:txBody>
        </p:sp>
      </p:grpSp>
      <p:grpSp>
        <p:nvGrpSpPr>
          <p:cNvPr id="23" name="Group 23">
            <a:extLst>
              <a:ext uri="{FF2B5EF4-FFF2-40B4-BE49-F238E27FC236}">
                <a16:creationId xmlns:a16="http://schemas.microsoft.com/office/drawing/2014/main" id="{2ABF0622-9241-CD75-6B4F-4578A248FF9B}"/>
              </a:ext>
            </a:extLst>
          </p:cNvPr>
          <p:cNvGrpSpPr/>
          <p:nvPr/>
        </p:nvGrpSpPr>
        <p:grpSpPr>
          <a:xfrm>
            <a:off x="5720497" y="768985"/>
            <a:ext cx="3475712" cy="3475712"/>
            <a:chOff x="0" y="0"/>
            <a:chExt cx="812800" cy="812800"/>
          </a:xfrm>
        </p:grpSpPr>
        <p:sp>
          <p:nvSpPr>
            <p:cNvPr id="24" name="Freeform 24">
              <a:extLst>
                <a:ext uri="{FF2B5EF4-FFF2-40B4-BE49-F238E27FC236}">
                  <a16:creationId xmlns:a16="http://schemas.microsoft.com/office/drawing/2014/main" id="{0A81DF20-399E-AF89-89B0-FC2CA2FD0162}"/>
                </a:ext>
              </a:extLst>
            </p:cNvPr>
            <p:cNvSpPr/>
            <p:nvPr/>
          </p:nvSpPr>
          <p:spPr>
            <a:xfrm>
              <a:off x="0" y="0"/>
              <a:ext cx="812800" cy="812800"/>
            </a:xfrm>
            <a:custGeom>
              <a:avLst/>
              <a:gdLst/>
              <a:ahLst/>
              <a:cxnLst/>
              <a:rect l="l" t="t" r="r" b="b"/>
              <a:pathLst>
                <a:path w="812800" h="812800">
                  <a:moveTo>
                    <a:pt x="574675" y="0"/>
                  </a:moveTo>
                  <a:lnTo>
                    <a:pt x="812800" y="238125"/>
                  </a:lnTo>
                  <a:lnTo>
                    <a:pt x="812800" y="574675"/>
                  </a:lnTo>
                  <a:lnTo>
                    <a:pt x="574675" y="812800"/>
                  </a:lnTo>
                  <a:lnTo>
                    <a:pt x="238125" y="812800"/>
                  </a:lnTo>
                  <a:lnTo>
                    <a:pt x="0" y="574675"/>
                  </a:lnTo>
                  <a:lnTo>
                    <a:pt x="0" y="238125"/>
                  </a:lnTo>
                  <a:lnTo>
                    <a:pt x="238125" y="0"/>
                  </a:lnTo>
                  <a:lnTo>
                    <a:pt x="574675" y="0"/>
                  </a:lnTo>
                  <a:close/>
                </a:path>
              </a:pathLst>
            </a:custGeom>
            <a:gradFill rotWithShape="1">
              <a:gsLst>
                <a:gs pos="0">
                  <a:srgbClr val="042882">
                    <a:alpha val="100000"/>
                  </a:srgbClr>
                </a:gs>
                <a:gs pos="100000">
                  <a:srgbClr val="2A83D0">
                    <a:alpha val="100000"/>
                  </a:srgbClr>
                </a:gs>
              </a:gsLst>
              <a:lin ang="0"/>
            </a:gradFill>
            <a:ln cap="sq">
              <a:noFill/>
              <a:prstDash val="solid"/>
              <a:miter/>
            </a:ln>
          </p:spPr>
          <p:txBody>
            <a:bodyPr/>
            <a:lstStyle/>
            <a:p>
              <a:endParaRPr lang="en-IN" sz="700"/>
            </a:p>
          </p:txBody>
        </p:sp>
        <p:sp>
          <p:nvSpPr>
            <p:cNvPr id="25" name="TextBox 25">
              <a:extLst>
                <a:ext uri="{FF2B5EF4-FFF2-40B4-BE49-F238E27FC236}">
                  <a16:creationId xmlns:a16="http://schemas.microsoft.com/office/drawing/2014/main" id="{40C2189F-9BF3-791F-6AA1-3475C52DFABC}"/>
                </a:ext>
              </a:extLst>
            </p:cNvPr>
            <p:cNvSpPr txBox="1"/>
            <p:nvPr/>
          </p:nvSpPr>
          <p:spPr>
            <a:xfrm>
              <a:off x="63500" y="25400"/>
              <a:ext cx="685800" cy="723900"/>
            </a:xfrm>
            <a:prstGeom prst="rect">
              <a:avLst/>
            </a:prstGeom>
          </p:spPr>
          <p:txBody>
            <a:bodyPr lIns="29445" tIns="29445" rIns="29445" bIns="29445" rtlCol="0" anchor="ctr"/>
            <a:lstStyle/>
            <a:p>
              <a:pPr algn="ctr">
                <a:lnSpc>
                  <a:spcPts val="1330"/>
                </a:lnSpc>
                <a:spcBef>
                  <a:spcPct val="0"/>
                </a:spcBef>
              </a:pPr>
              <a:endParaRPr sz="700"/>
            </a:p>
          </p:txBody>
        </p:sp>
      </p:grpSp>
      <p:sp>
        <p:nvSpPr>
          <p:cNvPr id="34" name="Freeform 34">
            <a:extLst>
              <a:ext uri="{FF2B5EF4-FFF2-40B4-BE49-F238E27FC236}">
                <a16:creationId xmlns:a16="http://schemas.microsoft.com/office/drawing/2014/main" id="{79637531-A44E-C462-F403-761C10B95F61}"/>
              </a:ext>
            </a:extLst>
          </p:cNvPr>
          <p:cNvSpPr/>
          <p:nvPr/>
        </p:nvSpPr>
        <p:spPr>
          <a:xfrm>
            <a:off x="4814816" y="492813"/>
            <a:ext cx="857064" cy="159628"/>
          </a:xfrm>
          <a:custGeom>
            <a:avLst/>
            <a:gdLst/>
            <a:ahLst/>
            <a:cxnLst/>
            <a:rect l="l" t="t" r="r" b="b"/>
            <a:pathLst>
              <a:path w="1714127" h="319256">
                <a:moveTo>
                  <a:pt x="0" y="0"/>
                </a:moveTo>
                <a:lnTo>
                  <a:pt x="1714127" y="0"/>
                </a:lnTo>
                <a:lnTo>
                  <a:pt x="1714127" y="319257"/>
                </a:lnTo>
                <a:lnTo>
                  <a:pt x="0" y="319257"/>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sz="700"/>
          </a:p>
        </p:txBody>
      </p:sp>
      <p:sp>
        <p:nvSpPr>
          <p:cNvPr id="35" name="Freeform 35">
            <a:extLst>
              <a:ext uri="{FF2B5EF4-FFF2-40B4-BE49-F238E27FC236}">
                <a16:creationId xmlns:a16="http://schemas.microsoft.com/office/drawing/2014/main" id="{DCD7CC8C-164D-C41A-6252-42C99A05871B}"/>
              </a:ext>
            </a:extLst>
          </p:cNvPr>
          <p:cNvSpPr/>
          <p:nvPr/>
        </p:nvSpPr>
        <p:spPr>
          <a:xfrm>
            <a:off x="8435937" y="4382878"/>
            <a:ext cx="857064" cy="159628"/>
          </a:xfrm>
          <a:custGeom>
            <a:avLst/>
            <a:gdLst/>
            <a:ahLst/>
            <a:cxnLst/>
            <a:rect l="l" t="t" r="r" b="b"/>
            <a:pathLst>
              <a:path w="1714127" h="319256">
                <a:moveTo>
                  <a:pt x="0" y="0"/>
                </a:moveTo>
                <a:lnTo>
                  <a:pt x="1714127" y="0"/>
                </a:lnTo>
                <a:lnTo>
                  <a:pt x="1714127" y="319256"/>
                </a:lnTo>
                <a:lnTo>
                  <a:pt x="0" y="31925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sz="700"/>
          </a:p>
        </p:txBody>
      </p:sp>
      <p:sp>
        <p:nvSpPr>
          <p:cNvPr id="36" name="Freeform 36">
            <a:extLst>
              <a:ext uri="{FF2B5EF4-FFF2-40B4-BE49-F238E27FC236}">
                <a16:creationId xmlns:a16="http://schemas.microsoft.com/office/drawing/2014/main" id="{8672D197-9BF9-8CFA-6DF7-2937B68FFD86}"/>
              </a:ext>
            </a:extLst>
          </p:cNvPr>
          <p:cNvSpPr/>
          <p:nvPr/>
        </p:nvSpPr>
        <p:spPr>
          <a:xfrm>
            <a:off x="8726258" y="4572000"/>
            <a:ext cx="857064" cy="159628"/>
          </a:xfrm>
          <a:custGeom>
            <a:avLst/>
            <a:gdLst/>
            <a:ahLst/>
            <a:cxnLst/>
            <a:rect l="l" t="t" r="r" b="b"/>
            <a:pathLst>
              <a:path w="1714127" h="319256">
                <a:moveTo>
                  <a:pt x="0" y="0"/>
                </a:moveTo>
                <a:lnTo>
                  <a:pt x="1714128" y="0"/>
                </a:lnTo>
                <a:lnTo>
                  <a:pt x="1714128" y="319256"/>
                </a:lnTo>
                <a:lnTo>
                  <a:pt x="0" y="31925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sz="700"/>
          </a:p>
        </p:txBody>
      </p:sp>
      <p:grpSp>
        <p:nvGrpSpPr>
          <p:cNvPr id="47" name="Group 46">
            <a:extLst>
              <a:ext uri="{FF2B5EF4-FFF2-40B4-BE49-F238E27FC236}">
                <a16:creationId xmlns:a16="http://schemas.microsoft.com/office/drawing/2014/main" id="{1E9CDC51-FF0E-F171-6762-BB19A05B4D8E}"/>
              </a:ext>
            </a:extLst>
          </p:cNvPr>
          <p:cNvGrpSpPr/>
          <p:nvPr/>
        </p:nvGrpSpPr>
        <p:grpSpPr>
          <a:xfrm>
            <a:off x="0" y="2611176"/>
            <a:ext cx="4113486" cy="378056"/>
            <a:chOff x="0" y="2985846"/>
            <a:chExt cx="4224335" cy="431080"/>
          </a:xfrm>
        </p:grpSpPr>
        <p:grpSp>
          <p:nvGrpSpPr>
            <p:cNvPr id="28" name="Group 28">
              <a:extLst>
                <a:ext uri="{FF2B5EF4-FFF2-40B4-BE49-F238E27FC236}">
                  <a16:creationId xmlns:a16="http://schemas.microsoft.com/office/drawing/2014/main" id="{20253B4E-5254-3A4A-D2B3-FDC541381304}"/>
                </a:ext>
              </a:extLst>
            </p:cNvPr>
            <p:cNvGrpSpPr/>
            <p:nvPr/>
          </p:nvGrpSpPr>
          <p:grpSpPr>
            <a:xfrm>
              <a:off x="0" y="2985846"/>
              <a:ext cx="4224335" cy="431080"/>
              <a:chOff x="0" y="-38100"/>
              <a:chExt cx="4355842" cy="444500"/>
            </a:xfrm>
          </p:grpSpPr>
          <p:sp>
            <p:nvSpPr>
              <p:cNvPr id="29" name="Freeform 29">
                <a:extLst>
                  <a:ext uri="{FF2B5EF4-FFF2-40B4-BE49-F238E27FC236}">
                    <a16:creationId xmlns:a16="http://schemas.microsoft.com/office/drawing/2014/main" id="{98AC3028-4A73-A10C-B23F-D62CE7C18AED}"/>
                  </a:ext>
                </a:extLst>
              </p:cNvPr>
              <p:cNvSpPr/>
              <p:nvPr/>
            </p:nvSpPr>
            <p:spPr>
              <a:xfrm>
                <a:off x="0" y="0"/>
                <a:ext cx="4355842" cy="406400"/>
              </a:xfrm>
              <a:custGeom>
                <a:avLst/>
                <a:gdLst/>
                <a:ahLst/>
                <a:cxnLst/>
                <a:rect l="l" t="t" r="r" b="b"/>
                <a:pathLst>
                  <a:path w="4355842" h="406400">
                    <a:moveTo>
                      <a:pt x="4152642" y="0"/>
                    </a:moveTo>
                    <a:lnTo>
                      <a:pt x="0" y="0"/>
                    </a:lnTo>
                    <a:lnTo>
                      <a:pt x="0" y="406400"/>
                    </a:lnTo>
                    <a:lnTo>
                      <a:pt x="4152642" y="406400"/>
                    </a:lnTo>
                    <a:lnTo>
                      <a:pt x="4355842" y="203200"/>
                    </a:lnTo>
                    <a:lnTo>
                      <a:pt x="4152642" y="0"/>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30" name="TextBox 30">
                <a:extLst>
                  <a:ext uri="{FF2B5EF4-FFF2-40B4-BE49-F238E27FC236}">
                    <a16:creationId xmlns:a16="http://schemas.microsoft.com/office/drawing/2014/main" id="{199C1F1F-4C5C-E8C0-1593-D5C9F6952716}"/>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44" name="TextBox 44">
              <a:extLst>
                <a:ext uri="{FF2B5EF4-FFF2-40B4-BE49-F238E27FC236}">
                  <a16:creationId xmlns:a16="http://schemas.microsoft.com/office/drawing/2014/main" id="{3578161E-D839-4793-89CB-83A287A2849E}"/>
                </a:ext>
              </a:extLst>
            </p:cNvPr>
            <p:cNvSpPr txBox="1"/>
            <p:nvPr/>
          </p:nvSpPr>
          <p:spPr>
            <a:xfrm>
              <a:off x="414926" y="3095093"/>
              <a:ext cx="3809409" cy="223587"/>
            </a:xfrm>
            <a:prstGeom prst="rect">
              <a:avLst/>
            </a:prstGeom>
          </p:spPr>
          <p:txBody>
            <a:bodyPr lIns="0" tIns="0" rIns="0" bIns="0" rtlCol="0" anchor="t">
              <a:spAutoFit/>
            </a:bodyPr>
            <a:lstStyle/>
            <a:p>
              <a:pPr>
                <a:lnSpc>
                  <a:spcPts val="1943"/>
                </a:lnSpc>
              </a:pPr>
              <a:r>
                <a:rPr lang="en-US" sz="1400" b="1" spc="583" dirty="0">
                  <a:solidFill>
                    <a:srgbClr val="FFFFFF"/>
                  </a:solidFill>
                  <a:latin typeface="Arial" panose="020B0604020202020204" pitchFamily="34" charset="0"/>
                  <a:ea typeface="Aileron Bold"/>
                  <a:cs typeface="Arial" panose="020B0604020202020204" pitchFamily="34" charset="0"/>
                  <a:sym typeface="Aileron Bold"/>
                </a:rPr>
                <a:t>PRESENTATION 2026</a:t>
              </a:r>
            </a:p>
          </p:txBody>
        </p:sp>
      </p:grpSp>
      <p:sp>
        <p:nvSpPr>
          <p:cNvPr id="40" name="TextBox 40">
            <a:extLst>
              <a:ext uri="{FF2B5EF4-FFF2-40B4-BE49-F238E27FC236}">
                <a16:creationId xmlns:a16="http://schemas.microsoft.com/office/drawing/2014/main" id="{EEE29F0A-1253-B8CE-E742-41B8B6EB922D}"/>
              </a:ext>
            </a:extLst>
          </p:cNvPr>
          <p:cNvSpPr txBox="1"/>
          <p:nvPr/>
        </p:nvSpPr>
        <p:spPr>
          <a:xfrm>
            <a:off x="854979" y="3645023"/>
            <a:ext cx="1633432"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Student Name</a:t>
            </a:r>
          </a:p>
        </p:txBody>
      </p:sp>
      <p:sp>
        <p:nvSpPr>
          <p:cNvPr id="42" name="TextBox 42">
            <a:extLst>
              <a:ext uri="{FF2B5EF4-FFF2-40B4-BE49-F238E27FC236}">
                <a16:creationId xmlns:a16="http://schemas.microsoft.com/office/drawing/2014/main" id="{2E9FAC26-1E84-D690-0FD4-B1A364AF40DE}"/>
              </a:ext>
            </a:extLst>
          </p:cNvPr>
          <p:cNvSpPr txBox="1"/>
          <p:nvPr/>
        </p:nvSpPr>
        <p:spPr>
          <a:xfrm>
            <a:off x="854979" y="3806607"/>
            <a:ext cx="1633432" cy="227435"/>
          </a:xfrm>
          <a:prstGeom prst="rect">
            <a:avLst/>
          </a:prstGeom>
        </p:spPr>
        <p:txBody>
          <a:bodyPr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Sonal Genani</a:t>
            </a:r>
          </a:p>
        </p:txBody>
      </p:sp>
      <p:pic>
        <p:nvPicPr>
          <p:cNvPr id="50" name="Picture 49" descr="A blue circle with a person and a envelope in it&#10;&#10;AI-generated content may be incorrect.">
            <a:extLst>
              <a:ext uri="{FF2B5EF4-FFF2-40B4-BE49-F238E27FC236}">
                <a16:creationId xmlns:a16="http://schemas.microsoft.com/office/drawing/2014/main" id="{C926F708-70B7-B0DB-A148-0FA2830D925D}"/>
              </a:ext>
            </a:extLst>
          </p:cNvPr>
          <p:cNvPicPr>
            <a:picLocks noChangeAspect="1"/>
          </p:cNvPicPr>
          <p:nvPr/>
        </p:nvPicPr>
        <p:blipFill>
          <a:blip r:embed="rId5"/>
          <a:srcRect l="26757" t="2453" r="27842" b="53701"/>
          <a:stretch>
            <a:fillRect/>
          </a:stretch>
        </p:blipFill>
        <p:spPr>
          <a:xfrm>
            <a:off x="406310" y="3639905"/>
            <a:ext cx="395331" cy="381795"/>
          </a:xfrm>
          <a:prstGeom prst="rect">
            <a:avLst/>
          </a:prstGeom>
        </p:spPr>
      </p:pic>
      <p:sp>
        <p:nvSpPr>
          <p:cNvPr id="41" name="TextBox 41">
            <a:extLst>
              <a:ext uri="{FF2B5EF4-FFF2-40B4-BE49-F238E27FC236}">
                <a16:creationId xmlns:a16="http://schemas.microsoft.com/office/drawing/2014/main" id="{3403BDBE-05E2-50C5-0F55-4F0483352E2C}"/>
              </a:ext>
            </a:extLst>
          </p:cNvPr>
          <p:cNvSpPr txBox="1"/>
          <p:nvPr/>
        </p:nvSpPr>
        <p:spPr>
          <a:xfrm>
            <a:off x="3176086" y="3642226"/>
            <a:ext cx="1809978"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Student Email</a:t>
            </a:r>
          </a:p>
        </p:txBody>
      </p:sp>
      <p:sp>
        <p:nvSpPr>
          <p:cNvPr id="43" name="TextBox 43">
            <a:extLst>
              <a:ext uri="{FF2B5EF4-FFF2-40B4-BE49-F238E27FC236}">
                <a16:creationId xmlns:a16="http://schemas.microsoft.com/office/drawing/2014/main" id="{B84F91E2-C42E-10B3-A03A-88AA58AF1258}"/>
              </a:ext>
            </a:extLst>
          </p:cNvPr>
          <p:cNvSpPr txBox="1"/>
          <p:nvPr/>
        </p:nvSpPr>
        <p:spPr>
          <a:xfrm>
            <a:off x="3176086" y="3803810"/>
            <a:ext cx="2272871" cy="227435"/>
          </a:xfrm>
          <a:prstGeom prst="rect">
            <a:avLst/>
          </a:prstGeom>
        </p:spPr>
        <p:txBody>
          <a:bodyPr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sgenani4@gmail.com</a:t>
            </a:r>
          </a:p>
        </p:txBody>
      </p:sp>
      <p:pic>
        <p:nvPicPr>
          <p:cNvPr id="51" name="Picture 50" descr="A blue circle with a person and a envelope in it&#10;&#10;AI-generated content may be incorrect.">
            <a:extLst>
              <a:ext uri="{FF2B5EF4-FFF2-40B4-BE49-F238E27FC236}">
                <a16:creationId xmlns:a16="http://schemas.microsoft.com/office/drawing/2014/main" id="{EC8FEF14-C75E-1155-0600-B4343B3F57F8}"/>
              </a:ext>
            </a:extLst>
          </p:cNvPr>
          <p:cNvPicPr>
            <a:picLocks noChangeAspect="1"/>
          </p:cNvPicPr>
          <p:nvPr/>
        </p:nvPicPr>
        <p:blipFill>
          <a:blip r:embed="rId5"/>
          <a:srcRect l="26859" t="52379" r="26874" b="2349"/>
          <a:stretch>
            <a:fillRect/>
          </a:stretch>
        </p:blipFill>
        <p:spPr>
          <a:xfrm>
            <a:off x="2747249" y="3631981"/>
            <a:ext cx="398279" cy="389719"/>
          </a:xfrm>
          <a:prstGeom prst="rect">
            <a:avLst/>
          </a:prstGeom>
        </p:spPr>
      </p:pic>
      <p:grpSp>
        <p:nvGrpSpPr>
          <p:cNvPr id="66" name="Group 65">
            <a:extLst>
              <a:ext uri="{FF2B5EF4-FFF2-40B4-BE49-F238E27FC236}">
                <a16:creationId xmlns:a16="http://schemas.microsoft.com/office/drawing/2014/main" id="{658A7A12-122B-4A3C-11D3-C4D8BF732077}"/>
              </a:ext>
            </a:extLst>
          </p:cNvPr>
          <p:cNvGrpSpPr/>
          <p:nvPr/>
        </p:nvGrpSpPr>
        <p:grpSpPr>
          <a:xfrm>
            <a:off x="860459" y="4337076"/>
            <a:ext cx="2272871" cy="389019"/>
            <a:chOff x="3139699" y="4295282"/>
            <a:chExt cx="2272871" cy="389019"/>
          </a:xfrm>
        </p:grpSpPr>
        <p:sp>
          <p:nvSpPr>
            <p:cNvPr id="67" name="TextBox 41">
              <a:extLst>
                <a:ext uri="{FF2B5EF4-FFF2-40B4-BE49-F238E27FC236}">
                  <a16:creationId xmlns:a16="http://schemas.microsoft.com/office/drawing/2014/main" id="{5FE6F280-D970-382B-5260-25E219F86722}"/>
                </a:ext>
              </a:extLst>
            </p:cNvPr>
            <p:cNvSpPr txBox="1"/>
            <p:nvPr/>
          </p:nvSpPr>
          <p:spPr>
            <a:xfrm>
              <a:off x="3139699" y="4295282"/>
              <a:ext cx="1809978" cy="158890"/>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Mentor Name</a:t>
              </a:r>
            </a:p>
          </p:txBody>
        </p:sp>
        <p:sp>
          <p:nvSpPr>
            <p:cNvPr id="68" name="TextBox 43">
              <a:extLst>
                <a:ext uri="{FF2B5EF4-FFF2-40B4-BE49-F238E27FC236}">
                  <a16:creationId xmlns:a16="http://schemas.microsoft.com/office/drawing/2014/main" id="{A541DFB6-306C-CD3E-24BD-6D7131F87B73}"/>
                </a:ext>
              </a:extLst>
            </p:cNvPr>
            <p:cNvSpPr txBox="1"/>
            <p:nvPr/>
          </p:nvSpPr>
          <p:spPr>
            <a:xfrm>
              <a:off x="3139699" y="4456866"/>
              <a:ext cx="2272871" cy="227435"/>
            </a:xfrm>
            <a:prstGeom prst="rect">
              <a:avLst/>
            </a:prstGeom>
          </p:spPr>
          <p:txBody>
            <a:bodyPr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Uma Maheshwari Ma’am</a:t>
              </a:r>
            </a:p>
          </p:txBody>
        </p:sp>
      </p:grpSp>
      <p:pic>
        <p:nvPicPr>
          <p:cNvPr id="71" name="Picture 70">
            <a:extLst>
              <a:ext uri="{FF2B5EF4-FFF2-40B4-BE49-F238E27FC236}">
                <a16:creationId xmlns:a16="http://schemas.microsoft.com/office/drawing/2014/main" id="{4094A52A-31D4-B030-C8BD-9B0ACB0083EC}"/>
              </a:ext>
            </a:extLst>
          </p:cNvPr>
          <p:cNvPicPr>
            <a:picLocks noChangeAspect="1"/>
          </p:cNvPicPr>
          <p:nvPr/>
        </p:nvPicPr>
        <p:blipFill>
          <a:blip r:embed="rId6"/>
          <a:srcRect l="28109" t="6546" r="28551" b="49509"/>
          <a:stretch>
            <a:fillRect/>
          </a:stretch>
        </p:blipFill>
        <p:spPr>
          <a:xfrm>
            <a:off x="447718" y="4346948"/>
            <a:ext cx="375815" cy="381063"/>
          </a:xfrm>
          <a:prstGeom prst="rect">
            <a:avLst/>
          </a:prstGeom>
        </p:spPr>
      </p:pic>
      <p:grpSp>
        <p:nvGrpSpPr>
          <p:cNvPr id="49" name="Group 48">
            <a:extLst>
              <a:ext uri="{FF2B5EF4-FFF2-40B4-BE49-F238E27FC236}">
                <a16:creationId xmlns:a16="http://schemas.microsoft.com/office/drawing/2014/main" id="{18150B14-0B49-9E22-C961-786A40F27A84}"/>
              </a:ext>
            </a:extLst>
          </p:cNvPr>
          <p:cNvGrpSpPr/>
          <p:nvPr/>
        </p:nvGrpSpPr>
        <p:grpSpPr>
          <a:xfrm>
            <a:off x="640733" y="769747"/>
            <a:ext cx="3051630" cy="258616"/>
            <a:chOff x="1068621" y="826472"/>
            <a:chExt cx="2166264" cy="183584"/>
          </a:xfrm>
        </p:grpSpPr>
        <p:pic>
          <p:nvPicPr>
            <p:cNvPr id="55" name="Picture 54" descr="A blue and black logo&#10;&#10;AI-generated content may be incorrect.">
              <a:extLst>
                <a:ext uri="{FF2B5EF4-FFF2-40B4-BE49-F238E27FC236}">
                  <a16:creationId xmlns:a16="http://schemas.microsoft.com/office/drawing/2014/main" id="{9016EA03-A173-06E1-C2CA-FF7DC65A3637}"/>
                </a:ext>
              </a:extLst>
            </p:cNvPr>
            <p:cNvPicPr>
              <a:picLocks noChangeAspect="1"/>
            </p:cNvPicPr>
            <p:nvPr/>
          </p:nvPicPr>
          <p:blipFill>
            <a:blip r:embed="rId7"/>
            <a:stretch>
              <a:fillRect/>
            </a:stretch>
          </p:blipFill>
          <p:spPr>
            <a:xfrm>
              <a:off x="1068621" y="826472"/>
              <a:ext cx="632879" cy="158848"/>
            </a:xfrm>
            <a:prstGeom prst="rect">
              <a:avLst/>
            </a:prstGeom>
          </p:spPr>
        </p:pic>
        <p:pic>
          <p:nvPicPr>
            <p:cNvPr id="57" name="Picture 56" descr="A close up of a logo&#10;&#10;AI-generated content may be incorrect.">
              <a:extLst>
                <a:ext uri="{FF2B5EF4-FFF2-40B4-BE49-F238E27FC236}">
                  <a16:creationId xmlns:a16="http://schemas.microsoft.com/office/drawing/2014/main" id="{B084208C-F6C2-47AC-3616-A62F69B53173}"/>
                </a:ext>
              </a:extLst>
            </p:cNvPr>
            <p:cNvPicPr>
              <a:picLocks noChangeAspect="1"/>
            </p:cNvPicPr>
            <p:nvPr/>
          </p:nvPicPr>
          <p:blipFill>
            <a:blip r:embed="rId8"/>
            <a:stretch>
              <a:fillRect/>
            </a:stretch>
          </p:blipFill>
          <p:spPr>
            <a:xfrm>
              <a:off x="2670437" y="826472"/>
              <a:ext cx="564448" cy="183584"/>
            </a:xfrm>
            <a:prstGeom prst="rect">
              <a:avLst/>
            </a:prstGeom>
          </p:spPr>
        </p:pic>
      </p:grpSp>
      <p:sp>
        <p:nvSpPr>
          <p:cNvPr id="31" name="Shape 7">
            <a:extLst>
              <a:ext uri="{FF2B5EF4-FFF2-40B4-BE49-F238E27FC236}">
                <a16:creationId xmlns:a16="http://schemas.microsoft.com/office/drawing/2014/main" id="{4DEADC42-07CF-F7CC-6F54-42498EAA37B3}"/>
              </a:ext>
            </a:extLst>
          </p:cNvPr>
          <p:cNvSpPr/>
          <p:nvPr/>
        </p:nvSpPr>
        <p:spPr>
          <a:xfrm rot="18195971">
            <a:off x="5802826" y="2309413"/>
            <a:ext cx="2834640" cy="109728"/>
          </a:xfrm>
          <a:prstGeom prst="rect">
            <a:avLst/>
          </a:prstGeom>
          <a:solidFill>
            <a:srgbClr val="4FC3F7"/>
          </a:solidFill>
          <a:ln/>
        </p:spPr>
        <p:txBody>
          <a:bodyPr/>
          <a:lstStyle/>
          <a:p>
            <a:endParaRPr lang="en-IN"/>
          </a:p>
        </p:txBody>
      </p:sp>
      <p:sp>
        <p:nvSpPr>
          <p:cNvPr id="32" name="Shape 8">
            <a:extLst>
              <a:ext uri="{FF2B5EF4-FFF2-40B4-BE49-F238E27FC236}">
                <a16:creationId xmlns:a16="http://schemas.microsoft.com/office/drawing/2014/main" id="{51B3A474-02DA-6A59-3FFF-434FDDC06A2B}"/>
              </a:ext>
            </a:extLst>
          </p:cNvPr>
          <p:cNvSpPr/>
          <p:nvPr/>
        </p:nvSpPr>
        <p:spPr>
          <a:xfrm rot="18195971">
            <a:off x="6146363" y="2413708"/>
            <a:ext cx="2468880" cy="109728"/>
          </a:xfrm>
          <a:prstGeom prst="rect">
            <a:avLst/>
          </a:prstGeom>
          <a:solidFill>
            <a:srgbClr val="4FC3F7"/>
          </a:solidFill>
          <a:ln/>
        </p:spPr>
        <p:txBody>
          <a:bodyPr/>
          <a:lstStyle/>
          <a:p>
            <a:endParaRPr lang="en-IN"/>
          </a:p>
        </p:txBody>
      </p:sp>
      <p:sp>
        <p:nvSpPr>
          <p:cNvPr id="33" name="Shape 9">
            <a:extLst>
              <a:ext uri="{FF2B5EF4-FFF2-40B4-BE49-F238E27FC236}">
                <a16:creationId xmlns:a16="http://schemas.microsoft.com/office/drawing/2014/main" id="{075C146A-525E-EAB1-2438-92AF6E344C2C}"/>
              </a:ext>
            </a:extLst>
          </p:cNvPr>
          <p:cNvSpPr/>
          <p:nvPr/>
        </p:nvSpPr>
        <p:spPr>
          <a:xfrm rot="18195971">
            <a:off x="6482126" y="2528680"/>
            <a:ext cx="2103120" cy="109728"/>
          </a:xfrm>
          <a:prstGeom prst="rect">
            <a:avLst/>
          </a:prstGeom>
          <a:solidFill>
            <a:srgbClr val="4FC3F7"/>
          </a:solidFill>
          <a:ln/>
        </p:spPr>
        <p:txBody>
          <a:bodyPr/>
          <a:lstStyle/>
          <a:p>
            <a:endParaRPr lang="en-IN"/>
          </a:p>
        </p:txBody>
      </p:sp>
      <p:sp>
        <p:nvSpPr>
          <p:cNvPr id="39" name="Shape 9">
            <a:extLst>
              <a:ext uri="{FF2B5EF4-FFF2-40B4-BE49-F238E27FC236}">
                <a16:creationId xmlns:a16="http://schemas.microsoft.com/office/drawing/2014/main" id="{ED47441A-C600-ACAC-5391-EF118874C98C}"/>
              </a:ext>
            </a:extLst>
          </p:cNvPr>
          <p:cNvSpPr/>
          <p:nvPr/>
        </p:nvSpPr>
        <p:spPr>
          <a:xfrm rot="18195971">
            <a:off x="6735713" y="2647223"/>
            <a:ext cx="1872046" cy="116269"/>
          </a:xfrm>
          <a:prstGeom prst="rect">
            <a:avLst/>
          </a:prstGeom>
          <a:solidFill>
            <a:srgbClr val="4FC3F7"/>
          </a:solidFill>
          <a:ln/>
        </p:spPr>
        <p:txBody>
          <a:bodyPr/>
          <a:lstStyle/>
          <a:p>
            <a:endParaRPr lang="en-IN"/>
          </a:p>
        </p:txBody>
      </p:sp>
      <p:pic>
        <p:nvPicPr>
          <p:cNvPr id="46" name="Picture 45">
            <a:extLst>
              <a:ext uri="{FF2B5EF4-FFF2-40B4-BE49-F238E27FC236}">
                <a16:creationId xmlns:a16="http://schemas.microsoft.com/office/drawing/2014/main" id="{21A2EF52-784B-5BFA-EB88-FB9E7588BFF8}"/>
              </a:ext>
            </a:extLst>
          </p:cNvPr>
          <p:cNvPicPr>
            <a:picLocks noChangeAspect="1"/>
          </p:cNvPicPr>
          <p:nvPr/>
        </p:nvPicPr>
        <p:blipFill>
          <a:blip r:embed="rId9"/>
          <a:srcRect b="19729"/>
          <a:stretch>
            <a:fillRect/>
          </a:stretch>
        </p:blipFill>
        <p:spPr>
          <a:xfrm>
            <a:off x="410092" y="1052621"/>
            <a:ext cx="3255287" cy="1562106"/>
          </a:xfrm>
          <a:prstGeom prst="rect">
            <a:avLst/>
          </a:prstGeom>
        </p:spPr>
      </p:pic>
      <p:sp>
        <p:nvSpPr>
          <p:cNvPr id="26" name="TextBox 25">
            <a:extLst>
              <a:ext uri="{FF2B5EF4-FFF2-40B4-BE49-F238E27FC236}">
                <a16:creationId xmlns:a16="http://schemas.microsoft.com/office/drawing/2014/main" id="{C1260C34-0C6F-11DE-5D61-0E5D0A36120E}"/>
              </a:ext>
            </a:extLst>
          </p:cNvPr>
          <p:cNvSpPr txBox="1"/>
          <p:nvPr/>
        </p:nvSpPr>
        <p:spPr>
          <a:xfrm>
            <a:off x="237841" y="3156718"/>
            <a:ext cx="5711878" cy="338554"/>
          </a:xfrm>
          <a:prstGeom prst="rect">
            <a:avLst/>
          </a:prstGeom>
          <a:noFill/>
        </p:spPr>
        <p:txBody>
          <a:bodyPr wrap="square" rtlCol="0">
            <a:spAutoFit/>
          </a:bodyPr>
          <a:lstStyle/>
          <a:p>
            <a:r>
              <a:rPr lang="en-US" sz="1600" b="1" dirty="0">
                <a:solidFill>
                  <a:srgbClr val="1565C0"/>
                </a:solidFill>
              </a:rPr>
              <a:t>Smarter Insights for Better Care using Health Metrics Dashboard</a:t>
            </a:r>
            <a:endParaRPr lang="en-IN" sz="1600" b="1" dirty="0">
              <a:solidFill>
                <a:srgbClr val="1565C0"/>
              </a:solidFill>
            </a:endParaRPr>
          </a:p>
        </p:txBody>
      </p:sp>
    </p:spTree>
    <p:custDataLst>
      <p:tags r:id="rId1"/>
    </p:custDataLst>
    <p:extLst>
      <p:ext uri="{BB962C8B-B14F-4D97-AF65-F5344CB8AC3E}">
        <p14:creationId xmlns:p14="http://schemas.microsoft.com/office/powerpoint/2010/main" val="121223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10217"/>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Outline</a:t>
            </a:r>
            <a:endParaRPr lang="en-US" sz="2000" dirty="0">
              <a:latin typeface="Lato" panose="020F0502020204030203" pitchFamily="34" charset="0"/>
              <a:cs typeface="Arial" panose="020B0604020202020204" pitchFamily="34" charset="0"/>
            </a:endParaRPr>
          </a:p>
        </p:txBody>
      </p:sp>
      <p:sp>
        <p:nvSpPr>
          <p:cNvPr id="24" name="TextBox 23">
            <a:extLst>
              <a:ext uri="{FF2B5EF4-FFF2-40B4-BE49-F238E27FC236}">
                <a16:creationId xmlns:a16="http://schemas.microsoft.com/office/drawing/2014/main" id="{90865657-EE51-429D-40B6-B64C80E4AB47}"/>
              </a:ext>
            </a:extLst>
          </p:cNvPr>
          <p:cNvSpPr txBox="1"/>
          <p:nvPr/>
        </p:nvSpPr>
        <p:spPr>
          <a:xfrm>
            <a:off x="125239" y="1080603"/>
            <a:ext cx="4446761" cy="3026470"/>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sz="1800" dirty="0">
                <a:solidFill>
                  <a:schemeClr val="tx1"/>
                </a:solidFill>
                <a:effectLst/>
                <a:latin typeface="Lato" panose="020F0502020204030203" pitchFamily="34" charset="0"/>
                <a:ea typeface="Times New Roman" panose="02020603050405020304" pitchFamily="18" charset="0"/>
                <a:cs typeface="Arial" panose="020B0604020202020204" pitchFamily="34" charset="0"/>
              </a:rPr>
              <a:t>Abstract of the Project</a:t>
            </a:r>
            <a:endParaRPr lang="en-IN" sz="1800" dirty="0">
              <a:solidFill>
                <a:schemeClr val="tx1"/>
              </a:solidFill>
              <a:latin typeface="Lato" panose="020F0502020204030203" pitchFamily="34" charset="0"/>
              <a:ea typeface="Times New Roman" panose="02020603050405020304" pitchFamily="18" charset="0"/>
              <a:cs typeface="Arial" panose="020B0604020202020204" pitchFamily="34" charset="0"/>
            </a:endParaRP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Problem Statement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Proposed Solution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System Architecture</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Live Demo of the Project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Embedded Video of Project</a:t>
            </a:r>
          </a:p>
          <a:p>
            <a:pPr marL="228600" indent="-228600">
              <a:spcAft>
                <a:spcPts val="800"/>
              </a:spcAft>
              <a:buFont typeface="Arial" panose="020B0604020202020204" pitchFamily="34" charset="0"/>
              <a:buChar char="•"/>
              <a:tabLst>
                <a:tab pos="4229100" algn="ctr"/>
              </a:tabLst>
            </a:pPr>
            <a:r>
              <a:rPr lang="en-IN" sz="1800" dirty="0">
                <a:latin typeface="Lato" panose="020F0502020204030203" pitchFamily="34" charset="0"/>
                <a:ea typeface="+mn-lt"/>
                <a:cs typeface="Arial" panose="020B0604020202020204" pitchFamily="34" charset="0"/>
              </a:rPr>
              <a:t>Conclusion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Future Scope</a:t>
            </a:r>
          </a:p>
        </p:txBody>
      </p:sp>
      <p:pic>
        <p:nvPicPr>
          <p:cNvPr id="25" name="Picture 24" descr="A screen shot of a computer&#10;&#10;AI-generated content may be incorrect.">
            <a:extLst>
              <a:ext uri="{FF2B5EF4-FFF2-40B4-BE49-F238E27FC236}">
                <a16:creationId xmlns:a16="http://schemas.microsoft.com/office/drawing/2014/main" id="{C3A7F110-9D19-8523-45D3-77B1951C8835}"/>
              </a:ext>
            </a:extLst>
          </p:cNvPr>
          <p:cNvPicPr>
            <a:picLocks noChangeAspect="1"/>
          </p:cNvPicPr>
          <p:nvPr/>
        </p:nvPicPr>
        <p:blipFill>
          <a:blip r:embed="rId4">
            <a:duotone>
              <a:schemeClr val="accent1">
                <a:shade val="45000"/>
                <a:satMod val="135000"/>
              </a:schemeClr>
              <a:prstClr val="white"/>
            </a:duotone>
          </a:blip>
          <a:srcRect l="25250" t="7320" r="18976" b="28715"/>
          <a:stretch>
            <a:fillRect/>
          </a:stretch>
        </p:blipFill>
        <p:spPr>
          <a:xfrm>
            <a:off x="5378824" y="1034325"/>
            <a:ext cx="2868706" cy="3290047"/>
          </a:xfrm>
          <a:prstGeom prst="rect">
            <a:avLst/>
          </a:prstGeom>
        </p:spPr>
      </p:pic>
    </p:spTree>
    <p:custDataLst>
      <p:tags r:id="rId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40079" y="6075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Abstract</a:t>
            </a:r>
            <a:endParaRPr lang="en-US" sz="2000" dirty="0">
              <a:latin typeface="Lato" panose="020F0502020204030203" pitchFamily="34" charset="0"/>
              <a:cs typeface="Arial" panose="020B0604020202020204" pitchFamily="34" charset="0"/>
            </a:endParaRPr>
          </a:p>
        </p:txBody>
      </p:sp>
      <p:sp>
        <p:nvSpPr>
          <p:cNvPr id="7" name="TextBox 6">
            <a:extLst>
              <a:ext uri="{FF2B5EF4-FFF2-40B4-BE49-F238E27FC236}">
                <a16:creationId xmlns:a16="http://schemas.microsoft.com/office/drawing/2014/main" id="{38849028-F25C-7DA0-DE56-0DC142EECABD}"/>
              </a:ext>
            </a:extLst>
          </p:cNvPr>
          <p:cNvSpPr txBox="1"/>
          <p:nvPr/>
        </p:nvSpPr>
        <p:spPr>
          <a:xfrm>
            <a:off x="125240" y="1082801"/>
            <a:ext cx="5002346" cy="2841804"/>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sz="1200" dirty="0">
                <a:latin typeface="Lato" panose="020F0502020204030203" pitchFamily="34" charset="0"/>
                <a:ea typeface="+mn-lt"/>
                <a:cs typeface="Arial" panose="020B0604020202020204" pitchFamily="34" charset="0"/>
              </a:rPr>
              <a:t>Analyze healthcare patients' data to generate meaningful insights.</a:t>
            </a:r>
          </a:p>
          <a:p>
            <a:pPr marL="228600" indent="-228600">
              <a:spcAft>
                <a:spcPts val="800"/>
              </a:spcAft>
              <a:buFont typeface="Arial" panose="020B0604020202020204" pitchFamily="34" charset="0"/>
              <a:buChar char="•"/>
              <a:tabLst>
                <a:tab pos="4229100" algn="ctr"/>
              </a:tabLst>
            </a:pPr>
            <a:r>
              <a:rPr lang="en-US" sz="1200" dirty="0">
                <a:latin typeface="Lato" panose="020F0502020204030203" pitchFamily="34" charset="0"/>
                <a:ea typeface="+mn-lt"/>
                <a:cs typeface="Arial" panose="020B0604020202020204" pitchFamily="34" charset="0"/>
              </a:rPr>
              <a:t>Cleans, processes, and visualizes raw and inconsistent records</a:t>
            </a:r>
          </a:p>
          <a:p>
            <a:pPr marL="228600" indent="-228600">
              <a:spcAft>
                <a:spcPts val="800"/>
              </a:spcAft>
              <a:buFont typeface="Arial" panose="020B0604020202020204" pitchFamily="34" charset="0"/>
              <a:buChar char="•"/>
              <a:tabLst>
                <a:tab pos="4229100" algn="ctr"/>
              </a:tabLst>
            </a:pPr>
            <a:r>
              <a:rPr lang="en-US" sz="1200" dirty="0">
                <a:latin typeface="Lato" panose="020F0502020204030203" pitchFamily="34" charset="0"/>
                <a:ea typeface="+mn-lt"/>
                <a:cs typeface="Arial" panose="020B0604020202020204" pitchFamily="34" charset="0"/>
              </a:rPr>
              <a:t>Identifies trends in admissions, medical conditions, and hospital performance</a:t>
            </a:r>
          </a:p>
          <a:p>
            <a:pPr marL="228600" indent="-228600">
              <a:spcAft>
                <a:spcPts val="800"/>
              </a:spcAft>
              <a:buFont typeface="Arial" panose="020B0604020202020204" pitchFamily="34" charset="0"/>
              <a:buChar char="•"/>
              <a:tabLst>
                <a:tab pos="4229100" algn="ctr"/>
              </a:tabLst>
            </a:pPr>
            <a:r>
              <a:rPr lang="en-US" sz="1200" dirty="0">
                <a:latin typeface="Lato" panose="020F0502020204030203" pitchFamily="34" charset="0"/>
                <a:ea typeface="+mn-lt"/>
                <a:cs typeface="Arial" panose="020B0604020202020204" pitchFamily="34" charset="0"/>
              </a:rPr>
              <a:t>Uses Microsoft Excel, Power BI, and Microsoft Copilot</a:t>
            </a:r>
          </a:p>
          <a:p>
            <a:pPr marL="228600" indent="-228600">
              <a:spcAft>
                <a:spcPts val="800"/>
              </a:spcAft>
              <a:buFont typeface="Arial" panose="020B0604020202020204" pitchFamily="34" charset="0"/>
              <a:buChar char="•"/>
              <a:tabLst>
                <a:tab pos="4229100" algn="ctr"/>
              </a:tabLst>
            </a:pPr>
            <a:r>
              <a:rPr lang="en-US" sz="1200" dirty="0">
                <a:latin typeface="Lato" panose="020F0502020204030203" pitchFamily="34" charset="0"/>
                <a:ea typeface="+mn-lt"/>
                <a:cs typeface="Arial" panose="020B0604020202020204" pitchFamily="34" charset="0"/>
              </a:rPr>
              <a:t>Developing an interactive dashboard for key metrics</a:t>
            </a:r>
          </a:p>
          <a:p>
            <a:pPr marL="228600" indent="-228600">
              <a:spcAft>
                <a:spcPts val="800"/>
              </a:spcAft>
              <a:buFont typeface="Arial" panose="020B0604020202020204" pitchFamily="34" charset="0"/>
              <a:buChar char="•"/>
              <a:tabLst>
                <a:tab pos="4229100" algn="ctr"/>
              </a:tabLst>
            </a:pPr>
            <a:r>
              <a:rPr lang="en-US" sz="1200" dirty="0">
                <a:latin typeface="Lato" panose="020F0502020204030203" pitchFamily="34" charset="0"/>
                <a:ea typeface="+mn-lt"/>
                <a:cs typeface="Arial" panose="020B0604020202020204" pitchFamily="34" charset="0"/>
              </a:rPr>
              <a:t>Highlights patient distribution, disease burden, length of stay, and cost of care</a:t>
            </a:r>
          </a:p>
          <a:p>
            <a:pPr marL="228600" indent="-228600">
              <a:spcAft>
                <a:spcPts val="800"/>
              </a:spcAft>
              <a:buFont typeface="Arial" panose="020B0604020202020204" pitchFamily="34" charset="0"/>
              <a:buChar char="•"/>
              <a:tabLst>
                <a:tab pos="4229100" algn="ctr"/>
              </a:tabLst>
            </a:pPr>
            <a:r>
              <a:rPr lang="en-US" sz="1200" dirty="0">
                <a:latin typeface="Lato" panose="020F0502020204030203" pitchFamily="34" charset="0"/>
                <a:ea typeface="+mn-lt"/>
                <a:cs typeface="Arial" panose="020B0604020202020204" pitchFamily="34" charset="0"/>
              </a:rPr>
              <a:t>Integrates AI for insight generation and improved reporting efficiency</a:t>
            </a:r>
          </a:p>
          <a:p>
            <a:pPr marL="228600" indent="-228600">
              <a:spcAft>
                <a:spcPts val="800"/>
              </a:spcAft>
              <a:buFont typeface="Arial" panose="020B0604020202020204" pitchFamily="34" charset="0"/>
              <a:buChar char="•"/>
              <a:tabLst>
                <a:tab pos="4229100" algn="ctr"/>
              </a:tabLst>
            </a:pPr>
            <a:r>
              <a:rPr lang="en-US" sz="1200" dirty="0">
                <a:latin typeface="Lato" panose="020F0502020204030203" pitchFamily="34" charset="0"/>
                <a:ea typeface="+mn-lt"/>
                <a:cs typeface="Arial" panose="020B0604020202020204" pitchFamily="34" charset="0"/>
              </a:rPr>
              <a:t>Supports proactive, data-driven healthcare decision-making</a:t>
            </a:r>
          </a:p>
        </p:txBody>
      </p:sp>
      <p:sp>
        <p:nvSpPr>
          <p:cNvPr id="2" name="Freeform 28">
            <a:extLst>
              <a:ext uri="{FF2B5EF4-FFF2-40B4-BE49-F238E27FC236}">
                <a16:creationId xmlns:a16="http://schemas.microsoft.com/office/drawing/2014/main" id="{AA7F05EE-340D-A58A-BAD0-FB0660B2D339}"/>
              </a:ext>
            </a:extLst>
          </p:cNvPr>
          <p:cNvSpPr/>
          <p:nvPr/>
        </p:nvSpPr>
        <p:spPr>
          <a:xfrm>
            <a:off x="5814470" y="1082801"/>
            <a:ext cx="3070450" cy="2997875"/>
          </a:xfrm>
          <a:custGeom>
            <a:avLst/>
            <a:gdLst/>
            <a:ahLst/>
            <a:cxnLst/>
            <a:rect l="l" t="t" r="r" b="b"/>
            <a:pathLst>
              <a:path w="4114800" h="4017541">
                <a:moveTo>
                  <a:pt x="0" y="0"/>
                </a:moveTo>
                <a:lnTo>
                  <a:pt x="4114800" y="0"/>
                </a:lnTo>
                <a:lnTo>
                  <a:pt x="4114800" y="4017541"/>
                </a:lnTo>
                <a:lnTo>
                  <a:pt x="0" y="401754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5041333" y="1026942"/>
            <a:ext cx="3794058" cy="3794058"/>
          </a:xfrm>
          <a:prstGeom prst="rect">
            <a:avLst/>
          </a:prstGeom>
        </p:spPr>
      </p:pic>
      <p:sp>
        <p:nvSpPr>
          <p:cNvPr id="4" name="Text 2"/>
          <p:cNvSpPr/>
          <p:nvPr/>
        </p:nvSpPr>
        <p:spPr>
          <a:xfrm>
            <a:off x="120623" y="611286"/>
            <a:ext cx="3185285" cy="262474"/>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Problem Statement</a:t>
            </a:r>
            <a:endParaRPr lang="en-US" sz="2000" dirty="0">
              <a:latin typeface="Lato" panose="020F0502020204030203" pitchFamily="34" charset="0"/>
              <a:cs typeface="Arial" panose="020B0604020202020204" pitchFamily="34" charset="0"/>
            </a:endParaRPr>
          </a:p>
        </p:txBody>
      </p:sp>
      <p:sp>
        <p:nvSpPr>
          <p:cNvPr id="6" name="TextBox 5">
            <a:extLst>
              <a:ext uri="{FF2B5EF4-FFF2-40B4-BE49-F238E27FC236}">
                <a16:creationId xmlns:a16="http://schemas.microsoft.com/office/drawing/2014/main" id="{EE76AC24-5CB7-D860-6A01-E6D8ABD38610}"/>
              </a:ext>
            </a:extLst>
          </p:cNvPr>
          <p:cNvSpPr txBox="1"/>
          <p:nvPr/>
        </p:nvSpPr>
        <p:spPr>
          <a:xfrm>
            <a:off x="120623" y="1026942"/>
            <a:ext cx="5471285" cy="2944396"/>
          </a:xfrm>
          <a:prstGeom prst="rect">
            <a:avLst/>
          </a:prstGeom>
          <a:noFill/>
        </p:spPr>
        <p:txBody>
          <a:bodyPr wrap="square">
            <a:spAutoFit/>
          </a:bodyPr>
          <a:lstStyle/>
          <a:p>
            <a:pPr marL="171450" indent="-171450">
              <a:spcAft>
                <a:spcPts val="800"/>
              </a:spcAft>
              <a:buFont typeface="Arial" panose="020B0604020202020204" pitchFamily="34" charset="0"/>
              <a:buChar char="•"/>
              <a:tabLst>
                <a:tab pos="4229100" algn="ctr"/>
              </a:tabLst>
            </a:pPr>
            <a:r>
              <a:rPr lang="en-US" sz="1200" dirty="0">
                <a:latin typeface="Lato" panose="020F0502020204030203" pitchFamily="34" charset="0"/>
                <a:ea typeface="+mn-lt"/>
                <a:cs typeface="Arial" panose="020B0604020202020204" pitchFamily="34" charset="0"/>
              </a:rPr>
              <a:t> </a:t>
            </a:r>
            <a:r>
              <a:rPr lang="en-US" sz="1200" u="sng" dirty="0">
                <a:latin typeface="Lato" panose="020F0502020204030203" pitchFamily="34" charset="0"/>
                <a:ea typeface="+mn-lt"/>
                <a:cs typeface="Arial" panose="020B0604020202020204" pitchFamily="34" charset="0"/>
              </a:rPr>
              <a:t>Data Issues</a:t>
            </a:r>
            <a:r>
              <a:rPr lang="en-US" sz="1200" dirty="0">
                <a:latin typeface="Lato" panose="020F0502020204030203" pitchFamily="34" charset="0"/>
                <a:ea typeface="+mn-lt"/>
                <a:cs typeface="Arial" panose="020B0604020202020204" pitchFamily="34" charset="0"/>
              </a:rPr>
              <a:t>: Unstructured, inconsistent healthcare data limits reliable insights</a:t>
            </a:r>
          </a:p>
          <a:p>
            <a:pPr marL="228600" indent="-228600">
              <a:spcAft>
                <a:spcPts val="800"/>
              </a:spcAft>
              <a:buFont typeface="Arial" panose="020B0604020202020204" pitchFamily="34" charset="0"/>
              <a:buChar char="•"/>
              <a:tabLst>
                <a:tab pos="4229100" algn="ctr"/>
              </a:tabLst>
            </a:pPr>
            <a:r>
              <a:rPr lang="en-US" sz="1200" u="sng" dirty="0">
                <a:latin typeface="Lato" panose="020F0502020204030203" pitchFamily="34" charset="0"/>
                <a:ea typeface="+mn-lt"/>
                <a:cs typeface="Arial" panose="020B0604020202020204" pitchFamily="34" charset="0"/>
              </a:rPr>
              <a:t>Decision Needs</a:t>
            </a:r>
            <a:r>
              <a:rPr lang="en-US" sz="1200" dirty="0">
                <a:latin typeface="Lato" panose="020F0502020204030203" pitchFamily="34" charset="0"/>
                <a:ea typeface="+mn-lt"/>
                <a:cs typeface="Arial" panose="020B0604020202020204" pitchFamily="34" charset="0"/>
              </a:rPr>
              <a:t>: Lack of clean, visualized data leads to underutilization</a:t>
            </a:r>
          </a:p>
          <a:p>
            <a:pPr marL="228600" indent="-228600">
              <a:spcAft>
                <a:spcPts val="800"/>
              </a:spcAft>
              <a:buFont typeface="Arial" panose="020B0604020202020204" pitchFamily="34" charset="0"/>
              <a:buChar char="•"/>
              <a:tabLst>
                <a:tab pos="4229100" algn="ctr"/>
              </a:tabLst>
            </a:pPr>
            <a:r>
              <a:rPr lang="en-US" sz="1200" u="sng" dirty="0">
                <a:latin typeface="Lato" panose="020F0502020204030203" pitchFamily="34" charset="0"/>
                <a:ea typeface="+mn-lt"/>
                <a:cs typeface="Arial" panose="020B0604020202020204" pitchFamily="34" charset="0"/>
              </a:rPr>
              <a:t>AI Scope</a:t>
            </a:r>
            <a:r>
              <a:rPr lang="en-US" sz="1200" dirty="0">
                <a:latin typeface="Lato" panose="020F0502020204030203" pitchFamily="34" charset="0"/>
                <a:ea typeface="+mn-lt"/>
                <a:cs typeface="Arial" panose="020B0604020202020204" pitchFamily="34" charset="0"/>
              </a:rPr>
              <a:t>: Generative AI enables faster analysis; skill gaps hinder adoption</a:t>
            </a:r>
          </a:p>
          <a:p>
            <a:pPr marL="228600" indent="-228600">
              <a:spcAft>
                <a:spcPts val="800"/>
              </a:spcAft>
              <a:buFont typeface="Arial" panose="020B0604020202020204" pitchFamily="34" charset="0"/>
              <a:buChar char="•"/>
              <a:tabLst>
                <a:tab pos="4229100" algn="ctr"/>
              </a:tabLst>
            </a:pPr>
            <a:r>
              <a:rPr lang="en-US" sz="1200" u="sng" dirty="0">
                <a:latin typeface="Lato" panose="020F0502020204030203" pitchFamily="34" charset="0"/>
                <a:ea typeface="+mn-lt"/>
                <a:cs typeface="Arial" panose="020B0604020202020204" pitchFamily="34" charset="0"/>
              </a:rPr>
              <a:t>Objectives</a:t>
            </a:r>
            <a:r>
              <a:rPr lang="en-US" sz="1200" dirty="0">
                <a:latin typeface="Lato" panose="020F0502020204030203" pitchFamily="34" charset="0"/>
                <a:ea typeface="+mn-lt"/>
                <a:cs typeface="Arial" panose="020B0604020202020204" pitchFamily="34" charset="0"/>
              </a:rPr>
              <a:t>: Data cleaning, analysis, visualization, and AI integration for actionable insights</a:t>
            </a:r>
          </a:p>
          <a:p>
            <a:pPr marL="228600" indent="-228600">
              <a:spcAft>
                <a:spcPts val="800"/>
              </a:spcAft>
              <a:buFont typeface="Arial" panose="020B0604020202020204" pitchFamily="34" charset="0"/>
              <a:buChar char="•"/>
              <a:tabLst>
                <a:tab pos="4229100" algn="ctr"/>
              </a:tabLst>
            </a:pPr>
            <a:r>
              <a:rPr lang="en-US" sz="1200" u="sng" dirty="0">
                <a:latin typeface="Lato" panose="020F0502020204030203" pitchFamily="34" charset="0"/>
                <a:ea typeface="+mn-lt"/>
                <a:cs typeface="Arial" panose="020B0604020202020204" pitchFamily="34" charset="0"/>
              </a:rPr>
              <a:t>Challenges:</a:t>
            </a:r>
          </a:p>
          <a:p>
            <a:pPr marL="228600" indent="-228600">
              <a:spcAft>
                <a:spcPts val="800"/>
              </a:spcAft>
              <a:buFont typeface="Wingdings" panose="05000000000000000000" pitchFamily="2" charset="2"/>
              <a:buChar char="Ø"/>
              <a:tabLst>
                <a:tab pos="4229100" algn="ctr"/>
              </a:tabLst>
            </a:pPr>
            <a:r>
              <a:rPr lang="en-US" sz="1200" dirty="0">
                <a:latin typeface="Lato" panose="020F0502020204030203" pitchFamily="34" charset="0"/>
                <a:ea typeface="+mn-lt"/>
                <a:cs typeface="Arial" panose="020B0604020202020204" pitchFamily="34" charset="0"/>
              </a:rPr>
              <a:t>  Inconsistent data formats</a:t>
            </a:r>
          </a:p>
          <a:p>
            <a:pPr marL="228600" indent="-228600">
              <a:spcAft>
                <a:spcPts val="800"/>
              </a:spcAft>
              <a:buFont typeface="Wingdings" panose="05000000000000000000" pitchFamily="2" charset="2"/>
              <a:buChar char="Ø"/>
              <a:tabLst>
                <a:tab pos="4229100" algn="ctr"/>
              </a:tabLst>
            </a:pPr>
            <a:r>
              <a:rPr lang="en-US" sz="1200" dirty="0">
                <a:latin typeface="Lato" panose="020F0502020204030203" pitchFamily="34" charset="0"/>
                <a:ea typeface="+mn-lt"/>
                <a:cs typeface="Arial" panose="020B0604020202020204" pitchFamily="34" charset="0"/>
              </a:rPr>
              <a:t>  Weak correlation across clinical variables</a:t>
            </a:r>
          </a:p>
          <a:p>
            <a:pPr marL="228600" indent="-228600">
              <a:spcAft>
                <a:spcPts val="800"/>
              </a:spcAft>
              <a:buFont typeface="Wingdings" panose="05000000000000000000" pitchFamily="2" charset="2"/>
              <a:buChar char="Ø"/>
              <a:tabLst>
                <a:tab pos="4229100" algn="ctr"/>
              </a:tabLst>
            </a:pPr>
            <a:r>
              <a:rPr lang="en-US" sz="1200" dirty="0">
                <a:latin typeface="Lato" panose="020F0502020204030203" pitchFamily="34" charset="0"/>
                <a:ea typeface="+mn-lt"/>
                <a:cs typeface="Arial" panose="020B0604020202020204" pitchFamily="34" charset="0"/>
              </a:rPr>
              <a:t>  Fragmented patient records</a:t>
            </a:r>
          </a:p>
          <a:p>
            <a:pPr marL="228600" indent="-228600">
              <a:spcAft>
                <a:spcPts val="800"/>
              </a:spcAft>
              <a:buFont typeface="Wingdings" panose="05000000000000000000" pitchFamily="2" charset="2"/>
              <a:buChar char="Ø"/>
              <a:tabLst>
                <a:tab pos="4229100" algn="ctr"/>
              </a:tabLst>
            </a:pPr>
            <a:r>
              <a:rPr lang="en-US" sz="1200" dirty="0">
                <a:latin typeface="Lato" panose="020F0502020204030203" pitchFamily="34" charset="0"/>
                <a:ea typeface="+mn-lt"/>
                <a:cs typeface="Arial" panose="020B0604020202020204" pitchFamily="34" charset="0"/>
              </a:rPr>
              <a:t>  Limited KPI visibility</a:t>
            </a:r>
          </a:p>
        </p:txBody>
      </p:sp>
    </p:spTree>
    <p:custDataLst>
      <p:tags r:id="rId1"/>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1F49F94-4102-44CC-056B-FA1BB4DA8DA6}"/>
              </a:ext>
            </a:extLst>
          </p:cNvPr>
          <p:cNvPicPr>
            <a:picLocks noChangeAspect="1"/>
          </p:cNvPicPr>
          <p:nvPr/>
        </p:nvPicPr>
        <p:blipFill>
          <a:blip r:embed="rId4"/>
          <a:stretch>
            <a:fillRect/>
          </a:stretch>
        </p:blipFill>
        <p:spPr>
          <a:xfrm>
            <a:off x="4526282" y="970671"/>
            <a:ext cx="4617718" cy="3958044"/>
          </a:xfrm>
          <a:prstGeom prst="rect">
            <a:avLst/>
          </a:prstGeom>
        </p:spPr>
      </p:pic>
      <p:sp>
        <p:nvSpPr>
          <p:cNvPr id="4" name="Text 2"/>
          <p:cNvSpPr/>
          <p:nvPr/>
        </p:nvSpPr>
        <p:spPr>
          <a:xfrm>
            <a:off x="125486" y="61693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Proposed Solution</a:t>
            </a:r>
            <a:endParaRPr lang="en-US" sz="2000" dirty="0">
              <a:latin typeface="Lato" panose="020F0502020204030203" pitchFamily="34" charset="0"/>
              <a:cs typeface="Arial" panose="020B0604020202020204" pitchFamily="34" charset="0"/>
            </a:endParaRPr>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dirty="0"/>
          </a:p>
        </p:txBody>
      </p:sp>
      <p:sp>
        <p:nvSpPr>
          <p:cNvPr id="5" name="Text 12"/>
          <p:cNvSpPr/>
          <p:nvPr/>
        </p:nvSpPr>
        <p:spPr>
          <a:xfrm>
            <a:off x="125486" y="1055841"/>
            <a:ext cx="5452354" cy="3464891"/>
          </a:xfrm>
          <a:prstGeom prst="rect">
            <a:avLst/>
          </a:prstGeom>
          <a:noFill/>
          <a:ln/>
        </p:spPr>
        <p:txBody>
          <a:bodyPr wrap="square" rtlCol="0" anchor="t"/>
          <a:lstStyle/>
          <a:p>
            <a:pPr marL="171450" indent="-171450">
              <a:lnSpc>
                <a:spcPct val="150000"/>
              </a:lnSpc>
              <a:buFont typeface="Arial" panose="020B0604020202020204" pitchFamily="34" charset="0"/>
              <a:buChar char="•"/>
            </a:pPr>
            <a:r>
              <a:rPr lang="en-US" sz="1200" dirty="0"/>
              <a:t>The proposed solution leverages a structured five-phase framework consisting of data collection, cleaning, analysis, visualization, and documentation, which would transform fragmented hospital records into actionable insights.</a:t>
            </a:r>
          </a:p>
          <a:p>
            <a:pPr marL="171450" indent="-171450">
              <a:lnSpc>
                <a:spcPct val="150000"/>
              </a:lnSpc>
              <a:buFont typeface="Arial" panose="020B0604020202020204" pitchFamily="34" charset="0"/>
              <a:buChar char="•"/>
            </a:pPr>
            <a:r>
              <a:rPr lang="en-US" sz="1200" dirty="0"/>
              <a:t> Using Excel and Power BI, we standardize formats, remove duplicates, and compute KPIs such as length of stay and admission trends. Copilot integration enhances analysis by generating summaries, interpreting trends, and recommending preventive care strategies. </a:t>
            </a:r>
          </a:p>
          <a:p>
            <a:pPr marL="171450" indent="-171450">
              <a:lnSpc>
                <a:spcPct val="150000"/>
              </a:lnSpc>
              <a:buFont typeface="Arial" panose="020B0604020202020204" pitchFamily="34" charset="0"/>
              <a:buChar char="•"/>
            </a:pPr>
            <a:r>
              <a:rPr lang="en-US" sz="1200" dirty="0"/>
              <a:t>Interactive dashboards provide unified patient views; compared to traditional methods, this approach combines AI-driven prompt engineering with visualization, enabling proactive healthcare decisions, optimized resource utilization, and improved patient outcomes</a:t>
            </a:r>
            <a:r>
              <a:rPr lang="en-US" sz="1600" dirty="0"/>
              <a:t>.</a:t>
            </a:r>
            <a:endParaRPr lang="en-US" sz="1600" dirty="0">
              <a:latin typeface="Lato" panose="020F0502020204030203" pitchFamily="34" charset="0"/>
              <a:cs typeface="Arial" panose="020B0604020202020204" pitchFamily="34" charset="0"/>
            </a:endParaRPr>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029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sp>
        <p:nvSpPr>
          <p:cNvPr id="6" name="Shape 4"/>
          <p:cNvSpPr/>
          <p:nvPr/>
        </p:nvSpPr>
        <p:spPr>
          <a:xfrm>
            <a:off x="235408" y="1243200"/>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7" name="Shape 5"/>
          <p:cNvSpPr/>
          <p:nvPr/>
        </p:nvSpPr>
        <p:spPr>
          <a:xfrm>
            <a:off x="416732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8" name="Text 6"/>
          <p:cNvSpPr/>
          <p:nvPr/>
        </p:nvSpPr>
        <p:spPr>
          <a:xfrm>
            <a:off x="326848" y="1279776"/>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Data Input / Source</a:t>
            </a:r>
            <a:endParaRPr lang="en-US" sz="1600" dirty="0">
              <a:latin typeface="Lato" panose="020F0502020204030203" pitchFamily="34" charset="0"/>
              <a:cs typeface="Arial" panose="020B0604020202020204" pitchFamily="34" charset="0"/>
            </a:endParaRPr>
          </a:p>
        </p:txBody>
      </p:sp>
      <p:sp>
        <p:nvSpPr>
          <p:cNvPr id="9" name="Text 7"/>
          <p:cNvSpPr/>
          <p:nvPr/>
        </p:nvSpPr>
        <p:spPr>
          <a:xfrm>
            <a:off x="326848" y="1700400"/>
            <a:ext cx="4023360" cy="1188720"/>
          </a:xfrm>
          <a:prstGeom prst="rect">
            <a:avLst/>
          </a:prstGeom>
          <a:noFill/>
          <a:ln/>
        </p:spPr>
        <p:txBody>
          <a:bodyPr wrap="square" rtlCol="0" anchor="t"/>
          <a:lstStyle/>
          <a:p>
            <a:r>
              <a:rPr lang="en-US" sz="1200" dirty="0">
                <a:latin typeface="Arial" panose="020B0604020202020204" pitchFamily="34" charset="0"/>
                <a:cs typeface="Arial" panose="020B0604020202020204" pitchFamily="34" charset="0"/>
              </a:rPr>
              <a:t>The project used a healthcare dataset in Excel format sourced from Kaggle, uploaded manually and analyzed using Excel, Power BI, and AI tools like Copilot</a:t>
            </a:r>
            <a:r>
              <a:rPr lang="en-US" sz="1600" dirty="0"/>
              <a:t>.</a:t>
            </a:r>
            <a:endParaRPr lang="en-US" sz="1600" dirty="0">
              <a:latin typeface="Lato" panose="020F0502020204030203" pitchFamily="34" charset="0"/>
              <a:cs typeface="Arial" panose="020B0604020202020204" pitchFamily="34" charset="0"/>
            </a:endParaRPr>
          </a:p>
        </p:txBody>
      </p:sp>
      <p:sp>
        <p:nvSpPr>
          <p:cNvPr id="10" name="Shape 8"/>
          <p:cNvSpPr/>
          <p:nvPr/>
        </p:nvSpPr>
        <p:spPr>
          <a:xfrm>
            <a:off x="4670248" y="1243200"/>
            <a:ext cx="4114800" cy="384048"/>
          </a:xfrm>
          <a:prstGeom prst="rect">
            <a:avLst/>
          </a:prstGeom>
          <a:solidFill>
            <a:schemeClr val="accent1">
              <a:lumMod val="20000"/>
              <a:lumOff val="80000"/>
            </a:schemeClr>
          </a:solidFill>
          <a:ln/>
        </p:spPr>
        <p:txBody>
          <a:bodyPr/>
          <a:lstStyle/>
          <a:p>
            <a:endParaRPr lang="en-IN" sz="1600">
              <a:latin typeface="Lato" panose="020F0502020204030203" pitchFamily="34" charset="0"/>
              <a:cs typeface="Arial" panose="020B0604020202020204" pitchFamily="34" charset="0"/>
            </a:endParaRPr>
          </a:p>
        </p:txBody>
      </p:sp>
      <p:sp>
        <p:nvSpPr>
          <p:cNvPr id="11" name="Shape 9"/>
          <p:cNvSpPr/>
          <p:nvPr/>
        </p:nvSpPr>
        <p:spPr>
          <a:xfrm>
            <a:off x="860216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2" name="Text 10"/>
          <p:cNvSpPr/>
          <p:nvPr/>
        </p:nvSpPr>
        <p:spPr>
          <a:xfrm>
            <a:off x="4761688" y="1279776"/>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Processing / Analysis</a:t>
            </a:r>
            <a:endParaRPr lang="en-US" sz="1600" dirty="0">
              <a:latin typeface="Lato" panose="020F0502020204030203" pitchFamily="34" charset="0"/>
              <a:cs typeface="Arial" panose="020B0604020202020204" pitchFamily="34" charset="0"/>
            </a:endParaRPr>
          </a:p>
        </p:txBody>
      </p:sp>
      <p:sp>
        <p:nvSpPr>
          <p:cNvPr id="13" name="Text 11"/>
          <p:cNvSpPr/>
          <p:nvPr/>
        </p:nvSpPr>
        <p:spPr>
          <a:xfrm>
            <a:off x="4761688" y="1700400"/>
            <a:ext cx="4023360" cy="1188720"/>
          </a:xfrm>
          <a:prstGeom prst="rect">
            <a:avLst/>
          </a:prstGeom>
          <a:noFill/>
          <a:ln/>
        </p:spPr>
        <p:txBody>
          <a:bodyPr wrap="square" rtlCol="0" anchor="t"/>
          <a:lstStyle/>
          <a:p>
            <a:r>
              <a:rPr lang="en-US" sz="1200" dirty="0">
                <a:solidFill>
                  <a:srgbClr val="1A1A2E"/>
                </a:solidFill>
                <a:latin typeface="Arial" panose="020B0604020202020204" pitchFamily="34" charset="0"/>
                <a:ea typeface="Calibri" pitchFamily="34" charset="-122"/>
                <a:cs typeface="Arial" panose="020B0604020202020204" pitchFamily="34" charset="0"/>
              </a:rPr>
              <a:t>Data was cleaned by removing duplicates, </a:t>
            </a:r>
            <a:r>
              <a:rPr lang="en-US" sz="1200" dirty="0">
                <a:latin typeface="Arial" panose="020B0604020202020204" pitchFamily="34" charset="0"/>
                <a:cs typeface="Arial" panose="020B0604020202020204" pitchFamily="34" charset="0"/>
              </a:rPr>
              <a:t>handling missing values, and standardizing formats in Excel, then transformed and analyzed using formulas, pivot tables, and Power BI and AI insights</a:t>
            </a:r>
            <a:r>
              <a:rPr lang="en-US" sz="1200" dirty="0"/>
              <a:t>.</a:t>
            </a:r>
          </a:p>
          <a:p>
            <a:pPr marL="0" indent="0">
              <a:buNone/>
            </a:pPr>
            <a:endParaRPr lang="en-US" sz="1600" dirty="0">
              <a:latin typeface="Lato" panose="020F0502020204030203" pitchFamily="34" charset="0"/>
              <a:cs typeface="Arial" panose="020B0604020202020204" pitchFamily="34" charset="0"/>
            </a:endParaRPr>
          </a:p>
        </p:txBody>
      </p:sp>
      <p:sp>
        <p:nvSpPr>
          <p:cNvPr id="14" name="Shape 12"/>
          <p:cNvSpPr/>
          <p:nvPr/>
        </p:nvSpPr>
        <p:spPr>
          <a:xfrm>
            <a:off x="23540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5" name="Shape 13"/>
          <p:cNvSpPr/>
          <p:nvPr/>
        </p:nvSpPr>
        <p:spPr>
          <a:xfrm>
            <a:off x="416732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6" name="Text 14"/>
          <p:cNvSpPr/>
          <p:nvPr/>
        </p:nvSpPr>
        <p:spPr>
          <a:xfrm>
            <a:off x="326848" y="3006432"/>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AI / Tool Integration</a:t>
            </a:r>
            <a:endParaRPr lang="en-US" sz="1600" dirty="0">
              <a:latin typeface="Lato" panose="020F0502020204030203" pitchFamily="34" charset="0"/>
              <a:cs typeface="Arial" panose="020B0604020202020204" pitchFamily="34" charset="0"/>
            </a:endParaRPr>
          </a:p>
        </p:txBody>
      </p:sp>
      <p:sp>
        <p:nvSpPr>
          <p:cNvPr id="17" name="Text 15"/>
          <p:cNvSpPr/>
          <p:nvPr/>
        </p:nvSpPr>
        <p:spPr>
          <a:xfrm>
            <a:off x="326848" y="3427056"/>
            <a:ext cx="4245152" cy="1113524"/>
          </a:xfrm>
          <a:prstGeom prst="rect">
            <a:avLst/>
          </a:prstGeom>
          <a:noFill/>
          <a:ln/>
        </p:spPr>
        <p:txBody>
          <a:bodyPr wrap="square" rtlCol="0" anchor="t"/>
          <a:lstStyle/>
          <a:p>
            <a:r>
              <a:rPr lang="en-US" sz="1200" dirty="0">
                <a:latin typeface="Arial" panose="020B0604020202020204" pitchFamily="34" charset="0"/>
                <a:cs typeface="Arial" panose="020B0604020202020204" pitchFamily="34" charset="0"/>
              </a:rPr>
              <a:t>Excel was used for initial data cleaning and preprocessing, including handling missing values, removing duplicates, and applying formulas; Power BI was used develop interactive dashboards; Microsoft Copilot were integrated to generate insights, summarize findings, and assist in report writing through natural language prompts</a:t>
            </a:r>
            <a:r>
              <a:rPr lang="en-US" sz="1350" dirty="0">
                <a:latin typeface="Arial" panose="020B0604020202020204" pitchFamily="34" charset="0"/>
                <a:cs typeface="Arial" panose="020B0604020202020204" pitchFamily="34" charset="0"/>
              </a:rPr>
              <a:t>.</a:t>
            </a:r>
          </a:p>
          <a:p>
            <a:pPr marL="0" indent="0">
              <a:buNone/>
            </a:pPr>
            <a:endParaRPr lang="en-US" sz="1600" dirty="0">
              <a:latin typeface="Lato" panose="020F0502020204030203" pitchFamily="34" charset="0"/>
              <a:cs typeface="Arial" panose="020B0604020202020204" pitchFamily="34" charset="0"/>
            </a:endParaRPr>
          </a:p>
        </p:txBody>
      </p:sp>
      <p:sp>
        <p:nvSpPr>
          <p:cNvPr id="18" name="Shape 16"/>
          <p:cNvSpPr/>
          <p:nvPr/>
        </p:nvSpPr>
        <p:spPr>
          <a:xfrm>
            <a:off x="467024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9" name="Shape 17"/>
          <p:cNvSpPr/>
          <p:nvPr/>
        </p:nvSpPr>
        <p:spPr>
          <a:xfrm>
            <a:off x="860216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20" name="Text 18"/>
          <p:cNvSpPr/>
          <p:nvPr/>
        </p:nvSpPr>
        <p:spPr>
          <a:xfrm>
            <a:off x="4761688" y="3006432"/>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Output / Dashboard</a:t>
            </a:r>
            <a:endParaRPr lang="en-US" sz="1600" dirty="0">
              <a:latin typeface="Lato" panose="020F0502020204030203" pitchFamily="34" charset="0"/>
              <a:cs typeface="Arial" panose="020B0604020202020204" pitchFamily="34" charset="0"/>
            </a:endParaRPr>
          </a:p>
        </p:txBody>
      </p:sp>
      <p:sp>
        <p:nvSpPr>
          <p:cNvPr id="21" name="Text 19"/>
          <p:cNvSpPr/>
          <p:nvPr/>
        </p:nvSpPr>
        <p:spPr>
          <a:xfrm>
            <a:off x="4761688" y="3427056"/>
            <a:ext cx="4023360" cy="1188720"/>
          </a:xfrm>
          <a:prstGeom prst="rect">
            <a:avLst/>
          </a:prstGeom>
          <a:noFill/>
          <a:ln/>
        </p:spPr>
        <p:txBody>
          <a:bodyPr wrap="square" rtlCol="0" anchor="t"/>
          <a:lstStyle/>
          <a:p>
            <a:r>
              <a:rPr lang="en-US" sz="1200" dirty="0">
                <a:latin typeface="Arial" panose="020B0604020202020204" pitchFamily="34" charset="0"/>
                <a:cs typeface="Arial" panose="020B0604020202020204" pitchFamily="34" charset="0"/>
              </a:rPr>
              <a:t>The final output is an interactive Power BI dashboard supported by a structured report, featuring KPI cards, charts and slicers that visually present key insights such as patient trends, medical conditions, and hospital performance metrics.</a:t>
            </a:r>
          </a:p>
          <a:p>
            <a:pPr marL="0" indent="0">
              <a:buNone/>
            </a:pPr>
            <a:endParaRPr lang="en-US" sz="1600" dirty="0">
              <a:latin typeface="Lato" panose="020F0502020204030203" pitchFamily="34" charset="0"/>
              <a:cs typeface="Arial" panose="020B0604020202020204" pitchFamily="34" charset="0"/>
            </a:endParaRPr>
          </a:p>
        </p:txBody>
      </p:sp>
    </p:spTree>
    <p:custDataLst>
      <p:tags r:id="rId1"/>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20623" y="607298"/>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Live Demo of Project</a:t>
            </a:r>
            <a:endParaRPr lang="en-US" sz="2000" dirty="0">
              <a:latin typeface="Lato" panose="020F0502020204030203" pitchFamily="34" charset="0"/>
              <a:cs typeface="Arial" panose="020B0604020202020204" pitchFamily="34" charset="0"/>
            </a:endParaRPr>
          </a:p>
        </p:txBody>
      </p:sp>
      <p:sp>
        <p:nvSpPr>
          <p:cNvPr id="6" name="Text 4"/>
          <p:cNvSpPr/>
          <p:nvPr/>
        </p:nvSpPr>
        <p:spPr>
          <a:xfrm>
            <a:off x="125487" y="1105839"/>
            <a:ext cx="8412480" cy="320040"/>
          </a:xfrm>
          <a:prstGeom prst="rect">
            <a:avLst/>
          </a:prstGeom>
          <a:noFill/>
          <a:ln/>
        </p:spPr>
        <p:txBody>
          <a:bodyPr wrap="square" rtlCol="0" anchor="ctr"/>
          <a:lstStyle/>
          <a:p>
            <a:pPr marL="0" indent="0">
              <a:buNone/>
            </a:pPr>
            <a:r>
              <a:rPr lang="en-US" dirty="0">
                <a:latin typeface="Lato" panose="020F0502020204030203" pitchFamily="34" charset="0"/>
                <a:ea typeface="Calibri" pitchFamily="34" charset="-122"/>
                <a:cs typeface="Arial" panose="020B0604020202020204" pitchFamily="34" charset="0"/>
              </a:rPr>
              <a:t>Here's the list of some demo screenshots / features of the project:</a:t>
            </a:r>
            <a:endParaRPr lang="en-US" dirty="0">
              <a:latin typeface="Lato" panose="020F0502020204030203" pitchFamily="34" charset="0"/>
              <a:cs typeface="Arial" panose="020B0604020202020204" pitchFamily="34" charset="0"/>
            </a:endParaRPr>
          </a:p>
        </p:txBody>
      </p:sp>
      <p:sp>
        <p:nvSpPr>
          <p:cNvPr id="7" name="Shape 5"/>
          <p:cNvSpPr/>
          <p:nvPr/>
        </p:nvSpPr>
        <p:spPr>
          <a:xfrm>
            <a:off x="1362456" y="1470233"/>
            <a:ext cx="1371600" cy="1371600"/>
          </a:xfrm>
          <a:prstGeom prst="ellipse">
            <a:avLst/>
          </a:prstGeom>
          <a:solidFill>
            <a:srgbClr val="1565C0"/>
          </a:solidFill>
          <a:ln w="38100">
            <a:solidFill>
              <a:srgbClr val="FFFFFF"/>
            </a:solidFill>
            <a:prstDash val="solid"/>
          </a:ln>
        </p:spPr>
        <p:txBody>
          <a:bodyPr/>
          <a:lstStyle/>
          <a:p>
            <a:endParaRPr lang="en-IN" dirty="0">
              <a:latin typeface="Lato" panose="020F0502020204030203" pitchFamily="34" charset="0"/>
            </a:endParaRPr>
          </a:p>
        </p:txBody>
      </p:sp>
      <p:sp>
        <p:nvSpPr>
          <p:cNvPr id="9" name="Shape 7"/>
          <p:cNvSpPr/>
          <p:nvPr/>
        </p:nvSpPr>
        <p:spPr>
          <a:xfrm>
            <a:off x="395228" y="1849902"/>
            <a:ext cx="3114032" cy="2780686"/>
          </a:xfrm>
          <a:prstGeom prst="rect">
            <a:avLst/>
          </a:prstGeom>
          <a:solidFill>
            <a:schemeClr val="accent1">
              <a:lumMod val="20000"/>
              <a:lumOff val="80000"/>
            </a:schemeClr>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sp>
        <p:nvSpPr>
          <p:cNvPr id="10" name="Text 8"/>
          <p:cNvSpPr/>
          <p:nvPr/>
        </p:nvSpPr>
        <p:spPr>
          <a:xfrm>
            <a:off x="274320"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1</a:t>
            </a:r>
            <a:endParaRPr lang="en-US" sz="1600" dirty="0">
              <a:latin typeface="Lato" panose="020F0502020204030203" pitchFamily="34" charset="0"/>
              <a:cs typeface="Arial" panose="020B0604020202020204" pitchFamily="34" charset="0"/>
            </a:endParaRPr>
          </a:p>
        </p:txBody>
      </p:sp>
      <p:sp>
        <p:nvSpPr>
          <p:cNvPr id="11" name="Text 9"/>
          <p:cNvSpPr/>
          <p:nvPr/>
        </p:nvSpPr>
        <p:spPr>
          <a:xfrm>
            <a:off x="411480" y="2919838"/>
            <a:ext cx="2514600" cy="1371600"/>
          </a:xfrm>
          <a:prstGeom prst="rect">
            <a:avLst/>
          </a:prstGeom>
          <a:noFill/>
          <a:ln/>
        </p:spPr>
        <p:txBody>
          <a:bodyPr wrap="square" rtlCol="0" anchor="ctr"/>
          <a:lstStyle/>
          <a:p>
            <a:pPr marL="0" indent="0" algn="ctr">
              <a:buNone/>
            </a:pPr>
            <a:r>
              <a:rPr lang="en-US" sz="1600" dirty="0">
                <a:latin typeface="Lato" panose="020F0502020204030203" pitchFamily="34" charset="0"/>
                <a:ea typeface="Calibri" pitchFamily="34" charset="-122"/>
                <a:cs typeface="Arial" panose="020B0604020202020204" pitchFamily="34" charset="0"/>
              </a:rPr>
              <a:t>[Add description of Demo 1 here — what this demo shows, key features, and results achieved.]</a:t>
            </a:r>
            <a:endParaRPr lang="en-US" sz="1600" dirty="0">
              <a:latin typeface="Lato" panose="020F0502020204030203" pitchFamily="34" charset="0"/>
              <a:cs typeface="Arial" panose="020B0604020202020204" pitchFamily="34" charset="0"/>
            </a:endParaRPr>
          </a:p>
        </p:txBody>
      </p:sp>
      <p:sp>
        <p:nvSpPr>
          <p:cNvPr id="15" name="Text 13"/>
          <p:cNvSpPr/>
          <p:nvPr/>
        </p:nvSpPr>
        <p:spPr>
          <a:xfrm>
            <a:off x="3218688" y="2413802"/>
            <a:ext cx="2788920" cy="411480"/>
          </a:xfrm>
          <a:prstGeom prst="rect">
            <a:avLst/>
          </a:prstGeom>
          <a:noFill/>
          <a:ln/>
        </p:spPr>
        <p:txBody>
          <a:bodyPr wrap="square" rtlCol="0" anchor="ctr"/>
          <a:lstStyle/>
          <a:p>
            <a:pPr marL="0" indent="0" algn="ctr">
              <a:buNone/>
            </a:pPr>
            <a:endParaRPr lang="en-US" sz="1600" dirty="0">
              <a:latin typeface="Lato" panose="020F0502020204030203" pitchFamily="34" charset="0"/>
              <a:cs typeface="Arial" panose="020B0604020202020204" pitchFamily="34" charset="0"/>
            </a:endParaRPr>
          </a:p>
        </p:txBody>
      </p:sp>
      <p:sp>
        <p:nvSpPr>
          <p:cNvPr id="16" name="Text 14"/>
          <p:cNvSpPr/>
          <p:nvPr/>
        </p:nvSpPr>
        <p:spPr>
          <a:xfrm>
            <a:off x="3355848" y="2919838"/>
            <a:ext cx="2514600" cy="1371600"/>
          </a:xfrm>
          <a:prstGeom prst="rect">
            <a:avLst/>
          </a:prstGeom>
          <a:noFill/>
          <a:ln/>
        </p:spPr>
        <p:txBody>
          <a:bodyPr wrap="square" rtlCol="0" anchor="ctr"/>
          <a:lstStyle/>
          <a:p>
            <a:pPr marL="0" indent="0" algn="ctr">
              <a:buNone/>
            </a:pPr>
            <a:endParaRPr lang="en-US" sz="1600" dirty="0">
              <a:latin typeface="Lato" panose="020F0502020204030203" pitchFamily="34" charset="0"/>
              <a:cs typeface="Arial" panose="020B0604020202020204" pitchFamily="34" charset="0"/>
            </a:endParaRPr>
          </a:p>
        </p:txBody>
      </p:sp>
      <p:sp>
        <p:nvSpPr>
          <p:cNvPr id="18" name="Text 16"/>
          <p:cNvSpPr/>
          <p:nvPr/>
        </p:nvSpPr>
        <p:spPr>
          <a:xfrm>
            <a:off x="6867144" y="1648237"/>
            <a:ext cx="1371600" cy="1371600"/>
          </a:xfrm>
          <a:prstGeom prst="rect">
            <a:avLst/>
          </a:prstGeom>
          <a:noFill/>
          <a:ln/>
        </p:spPr>
        <p:txBody>
          <a:bodyPr wrap="square" rtlCol="0" anchor="ctr"/>
          <a:lstStyle/>
          <a:p>
            <a:pPr marL="0" indent="0" algn="ctr">
              <a:buNone/>
            </a:pPr>
            <a:endParaRPr lang="en-US" sz="3600" dirty="0">
              <a:latin typeface="Lato" panose="020F0502020204030203" pitchFamily="34" charset="0"/>
            </a:endParaRPr>
          </a:p>
        </p:txBody>
      </p:sp>
      <p:sp>
        <p:nvSpPr>
          <p:cNvPr id="20" name="Text 18"/>
          <p:cNvSpPr/>
          <p:nvPr/>
        </p:nvSpPr>
        <p:spPr>
          <a:xfrm>
            <a:off x="6163056" y="2413802"/>
            <a:ext cx="2788920" cy="411480"/>
          </a:xfrm>
          <a:prstGeom prst="rect">
            <a:avLst/>
          </a:prstGeom>
          <a:noFill/>
          <a:ln/>
        </p:spPr>
        <p:txBody>
          <a:bodyPr wrap="square" rtlCol="0" anchor="ctr"/>
          <a:lstStyle/>
          <a:p>
            <a:pPr marL="0" indent="0" algn="ctr">
              <a:buNone/>
            </a:pPr>
            <a:endParaRPr lang="en-US" sz="1600" dirty="0">
              <a:latin typeface="Lato" panose="020F0502020204030203" pitchFamily="34" charset="0"/>
              <a:cs typeface="Arial" panose="020B0604020202020204" pitchFamily="34" charset="0"/>
            </a:endParaRPr>
          </a:p>
        </p:txBody>
      </p:sp>
      <p:sp>
        <p:nvSpPr>
          <p:cNvPr id="21" name="Text 19"/>
          <p:cNvSpPr/>
          <p:nvPr/>
        </p:nvSpPr>
        <p:spPr>
          <a:xfrm>
            <a:off x="4818186" y="2096086"/>
            <a:ext cx="2909254" cy="1730326"/>
          </a:xfrm>
          <a:prstGeom prst="rect">
            <a:avLst/>
          </a:prstGeom>
          <a:noFill/>
          <a:ln/>
        </p:spPr>
        <p:txBody>
          <a:bodyPr wrap="square" rtlCol="0" anchor="ctr"/>
          <a:lstStyle/>
          <a:p>
            <a:pPr algn="ctr"/>
            <a:r>
              <a:rPr lang="en-US" sz="1600" dirty="0">
                <a:latin typeface="Lato" panose="020F0502020204030203" pitchFamily="34" charset="0"/>
                <a:ea typeface="Calibri" pitchFamily="34" charset="-122"/>
                <a:cs typeface="Arial" panose="020B0604020202020204" pitchFamily="34" charset="0"/>
              </a:rPr>
              <a:t>This screenshot shows the cleaned healthcare dataset with standardized formats, no duplicates, and consistent, analysis-ready data.</a:t>
            </a:r>
          </a:p>
        </p:txBody>
      </p:sp>
      <p:pic>
        <p:nvPicPr>
          <p:cNvPr id="22" name="Picture 21">
            <a:extLst>
              <a:ext uri="{FF2B5EF4-FFF2-40B4-BE49-F238E27FC236}">
                <a16:creationId xmlns:a16="http://schemas.microsoft.com/office/drawing/2014/main" id="{A4C3C6A9-7D01-B88E-52A1-E55CC02BB0C7}"/>
              </a:ext>
            </a:extLst>
          </p:cNvPr>
          <p:cNvPicPr>
            <a:picLocks noChangeAspect="1"/>
          </p:cNvPicPr>
          <p:nvPr/>
        </p:nvPicPr>
        <p:blipFill>
          <a:blip r:embed="rId4"/>
          <a:srcRect r="19538" b="25614"/>
          <a:stretch>
            <a:fillRect/>
          </a:stretch>
        </p:blipFill>
        <p:spPr>
          <a:xfrm>
            <a:off x="411480" y="1821566"/>
            <a:ext cx="3410010" cy="2780686"/>
          </a:xfrm>
          <a:prstGeom prst="rect">
            <a:avLst/>
          </a:prstGeom>
        </p:spPr>
      </p:pic>
    </p:spTree>
    <p:custDataLst>
      <p:tags r:id="rId1"/>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hape 10"/>
          <p:cNvSpPr/>
          <p:nvPr/>
        </p:nvSpPr>
        <p:spPr>
          <a:xfrm>
            <a:off x="1403257" y="1026238"/>
            <a:ext cx="1371600" cy="1371600"/>
          </a:xfrm>
          <a:prstGeom prst="ellipse">
            <a:avLst/>
          </a:prstGeom>
          <a:solidFill>
            <a:srgbClr val="FFC000"/>
          </a:solidFill>
          <a:ln w="38100">
            <a:solidFill>
              <a:srgbClr val="FFFFFF"/>
            </a:solidFill>
            <a:prstDash val="solid"/>
          </a:ln>
        </p:spPr>
        <p:txBody>
          <a:bodyPr/>
          <a:lstStyle/>
          <a:p>
            <a:pPr algn="ctr"/>
            <a:endParaRPr lang="en-US" sz="1400" dirty="0">
              <a:latin typeface="Lato" panose="020F0502020204030203" pitchFamily="34" charset="0"/>
              <a:cs typeface="Arial" panose="020B0604020202020204" pitchFamily="34" charset="0"/>
            </a:endParaRPr>
          </a:p>
        </p:txBody>
      </p:sp>
      <p:sp>
        <p:nvSpPr>
          <p:cNvPr id="2" name="TextBox 1">
            <a:extLst>
              <a:ext uri="{FF2B5EF4-FFF2-40B4-BE49-F238E27FC236}">
                <a16:creationId xmlns:a16="http://schemas.microsoft.com/office/drawing/2014/main" id="{DFE33A44-A675-63C4-FABF-A0C66D26F941}"/>
              </a:ext>
            </a:extLst>
          </p:cNvPr>
          <p:cNvSpPr txBox="1"/>
          <p:nvPr/>
        </p:nvSpPr>
        <p:spPr>
          <a:xfrm>
            <a:off x="351692" y="548640"/>
            <a:ext cx="5859194" cy="400110"/>
          </a:xfrm>
          <a:prstGeom prst="rect">
            <a:avLst/>
          </a:prstGeom>
          <a:noFill/>
        </p:spPr>
        <p:txBody>
          <a:bodyPr wrap="square" rtlCol="0">
            <a:spAutoFit/>
          </a:bodyPr>
          <a:lstStyle/>
          <a:p>
            <a:r>
              <a:rPr lang="en-US" sz="2000" b="1" dirty="0">
                <a:solidFill>
                  <a:srgbClr val="1B3A8A"/>
                </a:solidFill>
                <a:latin typeface="Lato" panose="020F0502020204030203" pitchFamily="34" charset="0"/>
                <a:ea typeface="Calibri" pitchFamily="34" charset="-122"/>
                <a:cs typeface="Arial" panose="020B0604020202020204" pitchFamily="34" charset="0"/>
              </a:rPr>
              <a:t>Live Demo of Project</a:t>
            </a:r>
            <a:endParaRPr lang="en-US" sz="2000" dirty="0">
              <a:latin typeface="Lato" panose="020F0502020204030203" pitchFamily="34" charset="0"/>
              <a:cs typeface="Arial" panose="020B0604020202020204" pitchFamily="34" charset="0"/>
            </a:endParaRPr>
          </a:p>
        </p:txBody>
      </p:sp>
      <p:sp>
        <p:nvSpPr>
          <p:cNvPr id="14" name="Shape 12"/>
          <p:cNvSpPr/>
          <p:nvPr/>
        </p:nvSpPr>
        <p:spPr>
          <a:xfrm>
            <a:off x="351692" y="1568432"/>
            <a:ext cx="3716685" cy="3111278"/>
          </a:xfrm>
          <a:prstGeom prst="rect">
            <a:avLst/>
          </a:prstGeom>
          <a:solidFill>
            <a:srgbClr val="FDF3ED"/>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pic>
        <p:nvPicPr>
          <p:cNvPr id="8" name="Picture 7">
            <a:extLst>
              <a:ext uri="{FF2B5EF4-FFF2-40B4-BE49-F238E27FC236}">
                <a16:creationId xmlns:a16="http://schemas.microsoft.com/office/drawing/2014/main" id="{1E55E186-77CA-90F3-CE2B-D9091070E225}"/>
              </a:ext>
            </a:extLst>
          </p:cNvPr>
          <p:cNvPicPr>
            <a:picLocks noChangeAspect="1"/>
          </p:cNvPicPr>
          <p:nvPr/>
        </p:nvPicPr>
        <p:blipFill>
          <a:blip r:embed="rId2"/>
          <a:srcRect l="1932" t="19631" r="36903" b="7466"/>
          <a:stretch>
            <a:fillRect/>
          </a:stretch>
        </p:blipFill>
        <p:spPr>
          <a:xfrm>
            <a:off x="351692" y="1645920"/>
            <a:ext cx="3716685" cy="3033790"/>
          </a:xfrm>
          <a:prstGeom prst="rect">
            <a:avLst/>
          </a:prstGeom>
        </p:spPr>
      </p:pic>
      <p:sp>
        <p:nvSpPr>
          <p:cNvPr id="4" name="TextBox 3">
            <a:extLst>
              <a:ext uri="{FF2B5EF4-FFF2-40B4-BE49-F238E27FC236}">
                <a16:creationId xmlns:a16="http://schemas.microsoft.com/office/drawing/2014/main" id="{2AA44589-DDD9-DE7E-C3D7-6428E9AC9E25}"/>
              </a:ext>
            </a:extLst>
          </p:cNvPr>
          <p:cNvSpPr txBox="1"/>
          <p:nvPr/>
        </p:nvSpPr>
        <p:spPr>
          <a:xfrm>
            <a:off x="4571999" y="1807698"/>
            <a:ext cx="3594295" cy="1754326"/>
          </a:xfrm>
          <a:prstGeom prst="rect">
            <a:avLst/>
          </a:prstGeom>
          <a:noFill/>
        </p:spPr>
        <p:txBody>
          <a:bodyPr wrap="square">
            <a:spAutoFit/>
          </a:bodyPr>
          <a:lstStyle/>
          <a:p>
            <a:r>
              <a:rPr lang="en-US" dirty="0"/>
              <a:t>This screenshot displays the Power BI dashboard presenting key healthcare insights through interactive visuals, KPIs, and filters for effective data-driven decision-making.</a:t>
            </a:r>
          </a:p>
        </p:txBody>
      </p:sp>
    </p:spTree>
    <p:extLst>
      <p:ext uri="{BB962C8B-B14F-4D97-AF65-F5344CB8AC3E}">
        <p14:creationId xmlns:p14="http://schemas.microsoft.com/office/powerpoint/2010/main" val="33303562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5"/>
          <p:cNvSpPr/>
          <p:nvPr/>
        </p:nvSpPr>
        <p:spPr>
          <a:xfrm>
            <a:off x="1465150" y="1261375"/>
            <a:ext cx="1371600" cy="1371600"/>
          </a:xfrm>
          <a:prstGeom prst="ellipse">
            <a:avLst/>
          </a:prstGeom>
          <a:solidFill>
            <a:srgbClr val="1565C0"/>
          </a:solidFill>
          <a:ln w="38100">
            <a:solidFill>
              <a:srgbClr val="FFFFFF"/>
            </a:solidFill>
            <a:prstDash val="solid"/>
          </a:ln>
        </p:spPr>
        <p:txBody>
          <a:bodyPr/>
          <a:lstStyle/>
          <a:p>
            <a:endParaRPr lang="en-IN" dirty="0">
              <a:latin typeface="Lato" panose="020F0502020204030203" pitchFamily="34" charset="0"/>
            </a:endParaRPr>
          </a:p>
        </p:txBody>
      </p:sp>
      <p:sp>
        <p:nvSpPr>
          <p:cNvPr id="19" name="Shape 17"/>
          <p:cNvSpPr/>
          <p:nvPr/>
        </p:nvSpPr>
        <p:spPr>
          <a:xfrm>
            <a:off x="390730" y="1695156"/>
            <a:ext cx="3428648" cy="2961249"/>
          </a:xfrm>
          <a:prstGeom prst="rect">
            <a:avLst/>
          </a:prstGeom>
          <a:solidFill>
            <a:schemeClr val="accent1">
              <a:lumMod val="20000"/>
              <a:lumOff val="80000"/>
            </a:schemeClr>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pic>
        <p:nvPicPr>
          <p:cNvPr id="24" name="Picture 23">
            <a:extLst>
              <a:ext uri="{FF2B5EF4-FFF2-40B4-BE49-F238E27FC236}">
                <a16:creationId xmlns:a16="http://schemas.microsoft.com/office/drawing/2014/main" id="{DEDD8881-5B15-C9E0-47F3-23BBA4E89D4E}"/>
              </a:ext>
            </a:extLst>
          </p:cNvPr>
          <p:cNvPicPr>
            <a:picLocks noChangeAspect="1"/>
          </p:cNvPicPr>
          <p:nvPr/>
        </p:nvPicPr>
        <p:blipFill>
          <a:blip r:embed="rId2"/>
          <a:srcRect l="31100" r="16308"/>
          <a:stretch>
            <a:fillRect/>
          </a:stretch>
        </p:blipFill>
        <p:spPr>
          <a:xfrm>
            <a:off x="390730" y="1695156"/>
            <a:ext cx="3428648" cy="2939466"/>
          </a:xfrm>
          <a:prstGeom prst="rect">
            <a:avLst/>
          </a:prstGeom>
        </p:spPr>
      </p:pic>
      <p:sp>
        <p:nvSpPr>
          <p:cNvPr id="3" name="TextBox 2">
            <a:extLst>
              <a:ext uri="{FF2B5EF4-FFF2-40B4-BE49-F238E27FC236}">
                <a16:creationId xmlns:a16="http://schemas.microsoft.com/office/drawing/2014/main" id="{8912A0C5-DF62-7604-C730-E673567306C8}"/>
              </a:ext>
            </a:extLst>
          </p:cNvPr>
          <p:cNvSpPr txBox="1"/>
          <p:nvPr/>
        </p:nvSpPr>
        <p:spPr>
          <a:xfrm>
            <a:off x="309489" y="508878"/>
            <a:ext cx="4572000" cy="369332"/>
          </a:xfrm>
          <a:prstGeom prst="rect">
            <a:avLst/>
          </a:prstGeom>
          <a:noFill/>
        </p:spPr>
        <p:txBody>
          <a:bodyPr wrap="square">
            <a:spAutoFit/>
          </a:bodyPr>
          <a:lstStyle/>
          <a:p>
            <a:r>
              <a:rPr lang="en-US" sz="1800" b="1" dirty="0">
                <a:solidFill>
                  <a:srgbClr val="1B3A8A"/>
                </a:solidFill>
                <a:latin typeface="Lato" panose="020F0502020204030203" pitchFamily="34" charset="0"/>
                <a:ea typeface="Calibri" pitchFamily="34" charset="-122"/>
                <a:cs typeface="Arial" panose="020B0604020202020204" pitchFamily="34" charset="0"/>
              </a:rPr>
              <a:t>Live Demo of Project</a:t>
            </a:r>
            <a:endParaRPr lang="en-US" sz="1800" dirty="0">
              <a:latin typeface="Lato" panose="020F0502020204030203" pitchFamily="34" charset="0"/>
              <a:cs typeface="Arial" panose="020B0604020202020204" pitchFamily="34" charset="0"/>
            </a:endParaRPr>
          </a:p>
        </p:txBody>
      </p:sp>
      <p:sp>
        <p:nvSpPr>
          <p:cNvPr id="5" name="TextBox 4">
            <a:extLst>
              <a:ext uri="{FF2B5EF4-FFF2-40B4-BE49-F238E27FC236}">
                <a16:creationId xmlns:a16="http://schemas.microsoft.com/office/drawing/2014/main" id="{5F82F99E-08C1-7EE5-BBB8-EFA6DD7899D4}"/>
              </a:ext>
            </a:extLst>
          </p:cNvPr>
          <p:cNvSpPr txBox="1"/>
          <p:nvPr/>
        </p:nvSpPr>
        <p:spPr>
          <a:xfrm>
            <a:off x="4304713" y="2011680"/>
            <a:ext cx="3706837" cy="1754326"/>
          </a:xfrm>
          <a:prstGeom prst="rect">
            <a:avLst/>
          </a:prstGeom>
          <a:noFill/>
        </p:spPr>
        <p:txBody>
          <a:bodyPr wrap="square">
            <a:spAutoFit/>
          </a:bodyPr>
          <a:lstStyle/>
          <a:p>
            <a:r>
              <a:rPr lang="en-US" dirty="0"/>
              <a:t>This screenshot shows Microsoft Copilot generating insights and summaries from the healthcare dataset using natural language prompts for faster and clearer analysis.</a:t>
            </a:r>
          </a:p>
        </p:txBody>
      </p:sp>
    </p:spTree>
    <p:extLst>
      <p:ext uri="{BB962C8B-B14F-4D97-AF65-F5344CB8AC3E}">
        <p14:creationId xmlns:p14="http://schemas.microsoft.com/office/powerpoint/2010/main" val="10626209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dirty="0">
                <a:solidFill>
                  <a:srgbClr val="1B3A8A"/>
                </a:solidFill>
                <a:latin typeface="Calibri" pitchFamily="34" charset="0"/>
                <a:ea typeface="Calibri" pitchFamily="34" charset="-122"/>
                <a:cs typeface="Calibri" pitchFamily="34" charset="-120"/>
              </a:rPr>
              <a:t>Video of Project Demo</a:t>
            </a:r>
            <a:endParaRPr lang="en-US" sz="2200" dirty="0"/>
          </a:p>
        </p:txBody>
      </p:sp>
      <p:sp>
        <p:nvSpPr>
          <p:cNvPr id="6" name="Shape 4"/>
          <p:cNvSpPr/>
          <p:nvPr/>
        </p:nvSpPr>
        <p:spPr>
          <a:xfrm>
            <a:off x="365760" y="685800"/>
            <a:ext cx="8412480" cy="3977640"/>
          </a:xfrm>
          <a:prstGeom prst="rect">
            <a:avLst/>
          </a:prstGeom>
          <a:solidFill>
            <a:srgbClr val="ECEFF1"/>
          </a:solidFill>
          <a:ln w="25400">
            <a:solidFill>
              <a:srgbClr val="1B3A8A"/>
            </a:solidFill>
            <a:prstDash val="solid"/>
          </a:ln>
        </p:spPr>
        <p:txBody>
          <a:bodyPr/>
          <a:lstStyle/>
          <a:p>
            <a:endParaRPr lang="en-IN"/>
          </a:p>
        </p:txBody>
      </p:sp>
      <p:sp>
        <p:nvSpPr>
          <p:cNvPr id="7" name="Shape 5"/>
          <p:cNvSpPr/>
          <p:nvPr/>
        </p:nvSpPr>
        <p:spPr>
          <a:xfrm>
            <a:off x="365760" y="685800"/>
            <a:ext cx="8412480" cy="384048"/>
          </a:xfrm>
          <a:prstGeom prst="rect">
            <a:avLst/>
          </a:prstGeom>
          <a:solidFill>
            <a:srgbClr val="E0E0E0"/>
          </a:solidFill>
          <a:ln/>
        </p:spPr>
        <p:txBody>
          <a:bodyPr/>
          <a:lstStyle/>
          <a:p>
            <a:endParaRPr lang="en-IN"/>
          </a:p>
        </p:txBody>
      </p:sp>
      <p:sp>
        <p:nvSpPr>
          <p:cNvPr id="8" name="Shape 6"/>
          <p:cNvSpPr/>
          <p:nvPr/>
        </p:nvSpPr>
        <p:spPr>
          <a:xfrm>
            <a:off x="502920" y="777240"/>
            <a:ext cx="164592" cy="164592"/>
          </a:xfrm>
          <a:prstGeom prst="ellipse">
            <a:avLst/>
          </a:prstGeom>
          <a:solidFill>
            <a:srgbClr val="FF5F57"/>
          </a:solidFill>
          <a:ln/>
        </p:spPr>
        <p:txBody>
          <a:bodyPr/>
          <a:lstStyle/>
          <a:p>
            <a:endParaRPr lang="en-IN"/>
          </a:p>
        </p:txBody>
      </p:sp>
      <p:sp>
        <p:nvSpPr>
          <p:cNvPr id="9" name="Shape 7"/>
          <p:cNvSpPr/>
          <p:nvPr/>
        </p:nvSpPr>
        <p:spPr>
          <a:xfrm>
            <a:off x="731520" y="777240"/>
            <a:ext cx="164592" cy="164592"/>
          </a:xfrm>
          <a:prstGeom prst="ellipse">
            <a:avLst/>
          </a:prstGeom>
          <a:solidFill>
            <a:srgbClr val="FEBC2E"/>
          </a:solidFill>
          <a:ln/>
        </p:spPr>
        <p:txBody>
          <a:bodyPr/>
          <a:lstStyle/>
          <a:p>
            <a:endParaRPr lang="en-IN"/>
          </a:p>
        </p:txBody>
      </p:sp>
      <p:sp>
        <p:nvSpPr>
          <p:cNvPr id="10" name="Shape 8"/>
          <p:cNvSpPr/>
          <p:nvPr/>
        </p:nvSpPr>
        <p:spPr>
          <a:xfrm>
            <a:off x="960120" y="777240"/>
            <a:ext cx="164592" cy="164592"/>
          </a:xfrm>
          <a:prstGeom prst="ellipse">
            <a:avLst/>
          </a:prstGeom>
          <a:solidFill>
            <a:srgbClr val="28C840"/>
          </a:solidFill>
          <a:ln/>
        </p:spPr>
        <p:txBody>
          <a:bodyPr/>
          <a:lstStyle/>
          <a:p>
            <a:endParaRPr lang="en-IN"/>
          </a:p>
        </p:txBody>
      </p:sp>
      <p:sp>
        <p:nvSpPr>
          <p:cNvPr id="12" name="Text 10"/>
          <p:cNvSpPr/>
          <p:nvPr/>
        </p:nvSpPr>
        <p:spPr>
          <a:xfrm>
            <a:off x="1389888" y="768096"/>
            <a:ext cx="7205472" cy="292608"/>
          </a:xfrm>
          <a:prstGeom prst="rect">
            <a:avLst/>
          </a:prstGeom>
          <a:noFill/>
          <a:ln/>
        </p:spPr>
        <p:txBody>
          <a:bodyPr wrap="square" rtlCol="0" anchor="ctr"/>
          <a:lstStyle/>
          <a:p>
            <a:r>
              <a:rPr lang="en-IN" sz="1200" u="sng" dirty="0">
                <a:hlinkClick r:id="rId4"/>
              </a:rPr>
              <a:t>https://1drv.ms/v/c/D1FD93578F9E8C8C/IQBnqRj4Yu6hTp_tWBOeDdYSAaGVZuHmiJ-zouaw8Fbe6vs?e=SOLEml</a:t>
            </a:r>
            <a:endParaRPr lang="en-US" sz="1200" dirty="0"/>
          </a:p>
        </p:txBody>
      </p:sp>
      <p:sp>
        <p:nvSpPr>
          <p:cNvPr id="13" name="Shape 11"/>
          <p:cNvSpPr/>
          <p:nvPr/>
        </p:nvSpPr>
        <p:spPr>
          <a:xfrm>
            <a:off x="3749040" y="1828800"/>
            <a:ext cx="1645920" cy="1645920"/>
          </a:xfrm>
          <a:prstGeom prst="ellipse">
            <a:avLst/>
          </a:prstGeom>
          <a:solidFill>
            <a:srgbClr val="1B3A8A">
              <a:alpha val="80000"/>
            </a:srgbClr>
          </a:solidFill>
          <a:ln/>
        </p:spPr>
        <p:txBody>
          <a:bodyPr/>
          <a:lstStyle/>
          <a:p>
            <a:endParaRPr lang="en-IN"/>
          </a:p>
        </p:txBody>
      </p:sp>
      <p:sp>
        <p:nvSpPr>
          <p:cNvPr id="14" name="Text 12"/>
          <p:cNvSpPr/>
          <p:nvPr/>
        </p:nvSpPr>
        <p:spPr>
          <a:xfrm>
            <a:off x="3749040" y="1828800"/>
            <a:ext cx="1645920" cy="1645920"/>
          </a:xfrm>
          <a:prstGeom prst="rect">
            <a:avLst/>
          </a:prstGeom>
          <a:noFill/>
          <a:ln/>
        </p:spPr>
        <p:txBody>
          <a:bodyPr wrap="square" rtlCol="0" anchor="ctr"/>
          <a:lstStyle/>
          <a:p>
            <a:pPr marL="0" indent="0" algn="ctr">
              <a:buNone/>
            </a:pPr>
            <a:r>
              <a:rPr lang="en-US" sz="4800" dirty="0">
                <a:solidFill>
                  <a:srgbClr val="FFFFFF"/>
                </a:solidFill>
              </a:rPr>
              <a:t>▶</a:t>
            </a:r>
            <a:endParaRPr lang="en-US" sz="4800" dirty="0"/>
          </a:p>
        </p:txBody>
      </p:sp>
      <p:sp>
        <p:nvSpPr>
          <p:cNvPr id="15" name="Text 13"/>
          <p:cNvSpPr/>
          <p:nvPr/>
        </p:nvSpPr>
        <p:spPr>
          <a:xfrm>
            <a:off x="914400" y="3794760"/>
            <a:ext cx="7315200" cy="594360"/>
          </a:xfrm>
          <a:prstGeom prst="rect">
            <a:avLst/>
          </a:prstGeom>
          <a:noFill/>
          <a:ln/>
        </p:spPr>
        <p:txBody>
          <a:bodyPr wrap="square" rtlCol="0" anchor="ctr"/>
          <a:lstStyle/>
          <a:p>
            <a:pPr marL="0" indent="0" algn="ctr">
              <a:buNone/>
            </a:pPr>
            <a:r>
              <a:rPr lang="en-US" sz="1100" i="1" dirty="0">
                <a:solidFill>
                  <a:srgbClr val="607D8B"/>
                </a:solidFill>
                <a:latin typeface="Calibri" pitchFamily="34" charset="0"/>
                <a:ea typeface="Calibri" pitchFamily="34" charset="-122"/>
                <a:cs typeface="Calibri" pitchFamily="34" charset="-120"/>
              </a:rPr>
              <a:t>[Insert your project demo video.</a:t>
            </a:r>
            <a:endParaRPr lang="en-US" sz="1100" dirty="0"/>
          </a:p>
          <a:p>
            <a:pPr marL="0" indent="0" algn="ctr">
              <a:buNone/>
            </a:pPr>
            <a:r>
              <a:rPr lang="en-US" sz="1100" i="1" dirty="0">
                <a:solidFill>
                  <a:srgbClr val="607D8B"/>
                </a:solidFill>
                <a:latin typeface="Calibri" pitchFamily="34" charset="0"/>
                <a:ea typeface="Calibri" pitchFamily="34" charset="-122"/>
                <a:cs typeface="Calibri" pitchFamily="34" charset="-120"/>
              </a:rPr>
              <a:t>You can embed a video your live project.]</a:t>
            </a:r>
            <a:endParaRPr lang="en-US" sz="1100" dirty="0"/>
          </a:p>
        </p:txBody>
      </p:sp>
    </p:spTree>
    <p:custDataLst>
      <p:tags r:id="rId1"/>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1" y="612064"/>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Conclusion</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25486" y="1084927"/>
            <a:ext cx="5178034" cy="3474720"/>
          </a:xfrm>
          <a:prstGeom prst="rect">
            <a:avLst/>
          </a:prstGeom>
          <a:noFill/>
          <a:ln/>
        </p:spPr>
        <p:txBody>
          <a:bodyPr wrap="square" rtlCol="0" anchor="t"/>
          <a:lstStyle/>
          <a:p>
            <a:r>
              <a:rPr lang="en-IN" sz="1400" dirty="0">
                <a:latin typeface="Arial" panose="020B0604020202020204" pitchFamily="34" charset="0"/>
                <a:cs typeface="Arial" panose="020B0604020202020204" pitchFamily="34" charset="0"/>
              </a:rPr>
              <a:t>This project addressed the challenge of transforming raw and inconsistent healthcare data into meaningful insights for better decision-making. Using Excel, Power BI, and Microsoft Copilot, the data was cleaned, analysed, and visualized through an interactive dashboard. Key findings included patterns of patient admissions, prevalence of chronic diseases, and identification of high-risk groups. All project objectives were successfully achieved, including data preprocessing, KPI analysis, visualization, and AI integration. The project adds value by demonstrating a practical, data-driven approach to improving healthcare management. This fellowship experience enhanced my skills in data analytics, visualization, and AI-assisted reporting, making it highly relevant and impactful.</a:t>
            </a:r>
          </a:p>
          <a:p>
            <a:br>
              <a:rPr lang="en-IN" sz="1400" dirty="0">
                <a:latin typeface="Arial" panose="020B0604020202020204" pitchFamily="34" charset="0"/>
                <a:cs typeface="Arial" panose="020B0604020202020204" pitchFamily="34" charset="0"/>
              </a:rPr>
            </a:br>
            <a:endParaRPr lang="en-IN" sz="1400" dirty="0">
              <a:latin typeface="Arial" panose="020B0604020202020204" pitchFamily="34" charset="0"/>
              <a:cs typeface="Arial" panose="020B0604020202020204" pitchFamily="34" charset="0"/>
            </a:endParaRPr>
          </a:p>
          <a:p>
            <a:r>
              <a:rPr lang="en-IN" sz="1400" dirty="0">
                <a:latin typeface="Arial" panose="020B0604020202020204" pitchFamily="34" charset="0"/>
                <a:cs typeface="Arial" panose="020B0604020202020204" pitchFamily="34" charset="0"/>
              </a:rPr>
              <a:t> </a:t>
            </a:r>
          </a:p>
          <a:p>
            <a:pPr marL="0" indent="0">
              <a:buNone/>
            </a:pPr>
            <a:endParaRPr lang="en-US" dirty="0">
              <a:latin typeface="Lato" panose="020F0502020204030203" pitchFamily="34" charset="0"/>
              <a:cs typeface="Arial" panose="020B0604020202020204" pitchFamily="34" charset="0"/>
            </a:endParaRPr>
          </a:p>
        </p:txBody>
      </p:sp>
      <p:sp>
        <p:nvSpPr>
          <p:cNvPr id="19" name="Text 17"/>
          <p:cNvSpPr/>
          <p:nvPr/>
        </p:nvSpPr>
        <p:spPr>
          <a:xfrm>
            <a:off x="5303520" y="3474720"/>
            <a:ext cx="3017520" cy="502920"/>
          </a:xfrm>
          <a:prstGeom prst="rect">
            <a:avLst/>
          </a:prstGeom>
          <a:noFill/>
          <a:ln/>
        </p:spPr>
        <p:txBody>
          <a:bodyPr wrap="square" rtlCol="0" anchor="ctr"/>
          <a:lstStyle/>
          <a:p>
            <a:pPr marL="0" indent="0" algn="ctr">
              <a:buNone/>
            </a:pPr>
            <a:r>
              <a:rPr lang="en-US" sz="1600" b="1" kern="0" spc="200" dirty="0">
                <a:solidFill>
                  <a:srgbClr val="FFFFFF"/>
                </a:solidFill>
                <a:latin typeface="Lato" panose="020F0502020204030203" pitchFamily="34" charset="0"/>
                <a:ea typeface="Calibri" pitchFamily="34" charset="-122"/>
                <a:cs typeface="Calibri" pitchFamily="34" charset="-120"/>
              </a:rPr>
              <a:t>CONCLUSION</a:t>
            </a:r>
            <a:endParaRPr lang="en-US" sz="1600" dirty="0">
              <a:latin typeface="Lato" panose="020F0502020204030203" pitchFamily="34" charset="0"/>
            </a:endParaRPr>
          </a:p>
        </p:txBody>
      </p:sp>
      <p:pic>
        <p:nvPicPr>
          <p:cNvPr id="20" name="Picture 19" descr="A blue circle with a pencil and paper with a star on it&#10;&#10;AI-generated content may be incorrect.">
            <a:extLst>
              <a:ext uri="{FF2B5EF4-FFF2-40B4-BE49-F238E27FC236}">
                <a16:creationId xmlns:a16="http://schemas.microsoft.com/office/drawing/2014/main" id="{BAE68F53-65EE-1751-E92D-7025D978B68E}"/>
              </a:ext>
            </a:extLst>
          </p:cNvPr>
          <p:cNvPicPr>
            <a:picLocks noChangeAspect="1"/>
          </p:cNvPicPr>
          <p:nvPr/>
        </p:nvPicPr>
        <p:blipFill>
          <a:blip r:embed="rId4">
            <a:duotone>
              <a:schemeClr val="accent1">
                <a:shade val="45000"/>
                <a:satMod val="135000"/>
              </a:schemeClr>
              <a:prstClr val="white"/>
            </a:duotone>
          </a:blip>
          <a:srcRect l="25397" t="26296" r="26825" b="29752"/>
          <a:stretch>
            <a:fillRect/>
          </a:stretch>
        </p:blipFill>
        <p:spPr>
          <a:xfrm>
            <a:off x="4898406" y="971550"/>
            <a:ext cx="3597456" cy="3309355"/>
          </a:xfrm>
          <a:prstGeom prst="rect">
            <a:avLst/>
          </a:prstGeom>
        </p:spPr>
      </p:pic>
    </p:spTree>
    <p:custDataLst>
      <p:tags r:id="rId1"/>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4" name="Text 2"/>
          <p:cNvSpPr/>
          <p:nvPr/>
        </p:nvSpPr>
        <p:spPr>
          <a:xfrm>
            <a:off x="123247" y="613561"/>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Future Scope</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23247" y="1082104"/>
            <a:ext cx="4114800" cy="3474720"/>
          </a:xfrm>
          <a:prstGeom prst="rect">
            <a:avLst/>
          </a:prstGeom>
          <a:noFill/>
          <a:ln/>
        </p:spPr>
        <p:txBody>
          <a:bodyPr wrap="square" rtlCol="0" anchor="t"/>
          <a:lstStyle/>
          <a:p>
            <a:pPr marL="171450" indent="-171450">
              <a:lnSpc>
                <a:spcPct val="150000"/>
              </a:lnSpc>
              <a:buFont typeface="Arial" panose="020B0604020202020204" pitchFamily="34" charset="0"/>
              <a:buChar char="•"/>
            </a:pPr>
            <a:r>
              <a:rPr lang="en-US" sz="1200" dirty="0">
                <a:latin typeface="Arial" panose="020B0604020202020204" pitchFamily="34" charset="0"/>
                <a:cs typeface="Arial" panose="020B0604020202020204" pitchFamily="34" charset="0"/>
              </a:rPr>
              <a:t>Future enhancements include integrating real-time data pipelines using APIs or Power Automate to enable live updates.</a:t>
            </a:r>
          </a:p>
          <a:p>
            <a:pPr marL="171450" indent="-171450">
              <a:lnSpc>
                <a:spcPct val="150000"/>
              </a:lnSpc>
              <a:buFont typeface="Arial" panose="020B0604020202020204" pitchFamily="34" charset="0"/>
              <a:buChar char="•"/>
            </a:pPr>
            <a:r>
              <a:rPr lang="en-US" sz="1200" dirty="0">
                <a:latin typeface="Arial" panose="020B0604020202020204" pitchFamily="34" charset="0"/>
                <a:cs typeface="Arial" panose="020B0604020202020204" pitchFamily="34" charset="0"/>
              </a:rPr>
              <a:t>The project can be extended by applying machine learning models for prediction and anomaly detection.</a:t>
            </a:r>
          </a:p>
          <a:p>
            <a:pPr marL="171450" indent="-171450">
              <a:lnSpc>
                <a:spcPct val="150000"/>
              </a:lnSpc>
              <a:buFont typeface="Arial" panose="020B0604020202020204" pitchFamily="34" charset="0"/>
              <a:buChar char="•"/>
            </a:pPr>
            <a:r>
              <a:rPr lang="en-US" sz="1200" dirty="0">
                <a:latin typeface="Arial" panose="020B0604020202020204" pitchFamily="34" charset="0"/>
                <a:cs typeface="Arial" panose="020B0604020202020204" pitchFamily="34" charset="0"/>
              </a:rPr>
              <a:t>Developing a web or Power Apps interface will improve accessibility. Expanding the dataset and incorporating advanced dashboard features, along with deeper AI integration, can further enhance scalability, usability, and decision-making impact.</a:t>
            </a:r>
          </a:p>
        </p:txBody>
      </p:sp>
      <p:pic>
        <p:nvPicPr>
          <p:cNvPr id="2" name="Picture 1">
            <a:extLst>
              <a:ext uri="{FF2B5EF4-FFF2-40B4-BE49-F238E27FC236}">
                <a16:creationId xmlns:a16="http://schemas.microsoft.com/office/drawing/2014/main" id="{412449DB-BF51-DAAE-EA83-F4C00896763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1635" y="879613"/>
            <a:ext cx="4512365" cy="3384274"/>
          </a:xfrm>
          <a:prstGeom prst="rect">
            <a:avLst/>
          </a:prstGeom>
        </p:spPr>
      </p:pic>
    </p:spTree>
    <p:custDataLst>
      <p:tags r:id="rId1"/>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5" name="Text 3"/>
          <p:cNvSpPr/>
          <p:nvPr/>
        </p:nvSpPr>
        <p:spPr>
          <a:xfrm>
            <a:off x="914400" y="3017520"/>
            <a:ext cx="7315200" cy="411480"/>
          </a:xfrm>
          <a:prstGeom prst="rect">
            <a:avLst/>
          </a:prstGeom>
          <a:noFill/>
          <a:ln/>
        </p:spPr>
        <p:txBody>
          <a:bodyPr wrap="square" rtlCol="0" anchor="ctr"/>
          <a:lstStyle/>
          <a:p>
            <a:pPr marL="0" indent="0" algn="ctr">
              <a:buNone/>
            </a:pPr>
            <a:r>
              <a:rPr lang="en-US" sz="1400" kern="0" spc="200" dirty="0">
                <a:latin typeface="Lato" panose="020F0502020204030203" pitchFamily="34" charset="0"/>
                <a:ea typeface="Calibri" pitchFamily="34" charset="-122"/>
                <a:cs typeface="Arial" panose="020B0604020202020204" pitchFamily="34" charset="0"/>
              </a:rPr>
              <a:t>AICW Fellowship  |  Student Project Presentation 2026</a:t>
            </a:r>
            <a:endParaRPr lang="en-US" sz="1400" dirty="0">
              <a:latin typeface="Lato" panose="020F0502020204030203" pitchFamily="34" charset="0"/>
              <a:cs typeface="Arial" panose="020B0604020202020204" pitchFamily="34" charset="0"/>
            </a:endParaRPr>
          </a:p>
        </p:txBody>
      </p:sp>
      <p:sp>
        <p:nvSpPr>
          <p:cNvPr id="6" name="Text 4"/>
          <p:cNvSpPr/>
          <p:nvPr/>
        </p:nvSpPr>
        <p:spPr>
          <a:xfrm>
            <a:off x="914400" y="3566160"/>
            <a:ext cx="7315200" cy="320040"/>
          </a:xfrm>
          <a:prstGeom prst="rect">
            <a:avLst/>
          </a:prstGeom>
          <a:noFill/>
          <a:ln/>
        </p:spPr>
        <p:txBody>
          <a:bodyPr wrap="square" lIns="91440" tIns="45720" rIns="91440" bIns="45720" rtlCol="0" anchor="ctr"/>
          <a:lstStyle/>
          <a:p>
            <a:pPr marL="0" indent="0" algn="ctr">
              <a:buNone/>
            </a:pPr>
            <a:r>
              <a:rPr lang="en-US" sz="1100" dirty="0">
                <a:latin typeface="Lato" panose="020F0502020204030203" pitchFamily="34" charset="0"/>
                <a:ea typeface="Calibri"/>
                <a:cs typeface="Arial" panose="020B0604020202020204" pitchFamily="34" charset="0"/>
              </a:rPr>
              <a:t>  LinkedIn  |   </a:t>
            </a:r>
            <a:r>
              <a:rPr lang="en-US" sz="1100" dirty="0" err="1">
                <a:latin typeface="Lato" panose="020F0502020204030203" pitchFamily="34" charset="0"/>
                <a:ea typeface="Calibri"/>
                <a:cs typeface="Arial" panose="020B0604020202020204" pitchFamily="34" charset="0"/>
              </a:rPr>
              <a:t>Edunet</a:t>
            </a:r>
            <a:r>
              <a:rPr lang="en-US" sz="1100" dirty="0">
                <a:latin typeface="Lato" panose="020F0502020204030203" pitchFamily="34" charset="0"/>
                <a:ea typeface="Calibri"/>
                <a:cs typeface="Arial" panose="020B0604020202020204" pitchFamily="34" charset="0"/>
              </a:rPr>
              <a:t> Foundation</a:t>
            </a:r>
            <a:endParaRPr lang="en-US" sz="1100" dirty="0">
              <a:latin typeface="Lato" panose="020F0502020204030203" pitchFamily="34" charset="0"/>
              <a:cs typeface="Arial" panose="020B0604020202020204" pitchFamily="34" charset="0"/>
            </a:endParaRPr>
          </a:p>
        </p:txBody>
      </p:sp>
      <p:sp>
        <p:nvSpPr>
          <p:cNvPr id="9" name="TextBox 4">
            <a:extLst>
              <a:ext uri="{FF2B5EF4-FFF2-40B4-BE49-F238E27FC236}">
                <a16:creationId xmlns:a16="http://schemas.microsoft.com/office/drawing/2014/main" id="{F7A740B1-0782-B37E-5F62-503024E32BC9}"/>
              </a:ext>
            </a:extLst>
          </p:cNvPr>
          <p:cNvSpPr txBox="1"/>
          <p:nvPr/>
        </p:nvSpPr>
        <p:spPr>
          <a:xfrm>
            <a:off x="2632982" y="1705295"/>
            <a:ext cx="3878036" cy="1175065"/>
          </a:xfrm>
          <a:prstGeom prst="rect">
            <a:avLst/>
          </a:prstGeom>
        </p:spPr>
        <p:txBody>
          <a:bodyPr wrap="square" lIns="0" tIns="0" rIns="0" bIns="0" rtlCol="0" anchor="t">
            <a:spAutoFit/>
          </a:bodyPr>
          <a:lstStyle/>
          <a:p>
            <a:pPr algn="ctr">
              <a:lnSpc>
                <a:spcPts val="10686"/>
              </a:lnSpc>
            </a:pPr>
            <a:r>
              <a:rPr lang="en-US" sz="5000" b="1" dirty="0">
                <a:solidFill>
                  <a:srgbClr val="0D358D"/>
                </a:solidFill>
                <a:latin typeface="Lato" panose="020F0502020204030203" pitchFamily="34" charset="0"/>
                <a:ea typeface="Aileron Ultra-Bold"/>
                <a:cs typeface="Arial" panose="020B0604020202020204" pitchFamily="34" charset="0"/>
                <a:sym typeface="Aileron Ultra-Bold"/>
              </a:rPr>
              <a:t>Thank You</a:t>
            </a: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OFFICE THEME" val="ROGxgyxs"/>
  <p:tag name="ARTICULATE_PROJECT_OPEN" val="0"/>
  <p:tag name="ARTICULATE_SLIDE_COUNT" val="1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560</TotalTime>
  <Words>860</Words>
  <Application>Microsoft Office PowerPoint</Application>
  <PresentationFormat>On-screen Show (16:9)</PresentationFormat>
  <Paragraphs>85</Paragraphs>
  <Slides>13</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Lato</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AICW Student Project Presentation Template 2026</dc:title>
  <dc:subject>PptxGenJS Presentation</dc:subject>
  <dc:creator>PptxGenJS</dc:creator>
  <cp:lastModifiedBy>Sonal Genani</cp:lastModifiedBy>
  <cp:revision>27</cp:revision>
  <dcterms:created xsi:type="dcterms:W3CDTF">2026-02-18T09:17:23Z</dcterms:created>
  <dcterms:modified xsi:type="dcterms:W3CDTF">2026-04-17T10:29:49Z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1F7F540C-1CAD-4091-84DE-558331FD12BA</vt:lpwstr>
  </property>
  <property fmtid="{D5CDD505-2E9C-101B-9397-08002B2CF9AE}" pid="3" name="ArticulatePath">
    <vt:lpwstr>https://edunetfoundationorg-my.sharepoint.com/personal/kaisar_edunetfoundation_org/Documents/Task/AICW/Student project/AI Fellowship Project Template2026 (1)</vt:lpwstr>
  </property>
</Properties>
</file>