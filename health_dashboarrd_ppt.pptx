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57" r:id="rId3"/>
    <p:sldId id="258" r:id="rId4"/>
    <p:sldId id="259" r:id="rId5"/>
    <p:sldId id="260" r:id="rId6"/>
    <p:sldId id="261" r:id="rId7"/>
    <p:sldId id="262" r:id="rId8"/>
    <p:sldId id="269" r:id="rId9"/>
    <p:sldId id="270" r:id="rId10"/>
    <p:sldId id="263" r:id="rId11"/>
    <p:sldId id="264" r:id="rId12"/>
    <p:sldId id="265" r:id="rId13"/>
    <p:sldId id="266" r:id="rId14"/>
  </p:sldIdLst>
  <p:sldSz cx="9144000" cy="5143500" type="screen16x9"/>
  <p:notesSz cx="5143500" cy="9144000"/>
  <p:custDataLst>
    <p:tags r:id="rId16"/>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0042A6-73B7-4730-9D26-79B5773D29C5}" v="55" dt="2026-04-17T12:44:56.4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033" autoAdjust="0"/>
  </p:normalViewPr>
  <p:slideViewPr>
    <p:cSldViewPr snapToGrid="0" snapToObjects="1">
      <p:cViewPr varScale="1">
        <p:scale>
          <a:sx n="109" d="100"/>
          <a:sy n="109" d="100"/>
        </p:scale>
        <p:origin x="706" y="101"/>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 Genani" userId="d1fd93578f9e8c8c" providerId="LiveId" clId="{0300D4C8-DA04-4726-B3A2-E37C61829253}"/>
    <pc:docChg chg="undo custSel addSld modSld">
      <pc:chgData name="Sonal Genani" userId="d1fd93578f9e8c8c" providerId="LiveId" clId="{0300D4C8-DA04-4726-B3A2-E37C61829253}" dt="2026-04-17T12:50:34.224" v="1329" actId="20577"/>
      <pc:docMkLst>
        <pc:docMk/>
      </pc:docMkLst>
      <pc:sldChg chg="addSp modSp mod">
        <pc:chgData name="Sonal Genani" userId="d1fd93578f9e8c8c" providerId="LiveId" clId="{0300D4C8-DA04-4726-B3A2-E37C61829253}" dt="2026-04-16T13:34:34.376" v="767" actId="20577"/>
        <pc:sldMkLst>
          <pc:docMk/>
          <pc:sldMk cId="0" sldId="258"/>
        </pc:sldMkLst>
        <pc:spChg chg="add">
          <ac:chgData name="Sonal Genani" userId="d1fd93578f9e8c8c" providerId="LiveId" clId="{0300D4C8-DA04-4726-B3A2-E37C61829253}" dt="2026-04-16T12:44:13.040" v="329"/>
          <ac:spMkLst>
            <pc:docMk/>
            <pc:sldMk cId="0" sldId="258"/>
            <ac:spMk id="3" creationId="{6BD57FBB-AF23-47A8-21D9-F913551C179C}"/>
          </ac:spMkLst>
        </pc:spChg>
        <pc:spChg chg="add mod">
          <ac:chgData name="Sonal Genani" userId="d1fd93578f9e8c8c" providerId="LiveId" clId="{0300D4C8-DA04-4726-B3A2-E37C61829253}" dt="2026-04-16T12:44:48.119" v="333"/>
          <ac:spMkLst>
            <pc:docMk/>
            <pc:sldMk cId="0" sldId="258"/>
            <ac:spMk id="5" creationId="{E59A0EC7-FD67-EAF9-61D8-C37AEB4A2DEC}"/>
          </ac:spMkLst>
        </pc:spChg>
        <pc:spChg chg="add">
          <ac:chgData name="Sonal Genani" userId="d1fd93578f9e8c8c" providerId="LiveId" clId="{0300D4C8-DA04-4726-B3A2-E37C61829253}" dt="2026-04-16T12:44:54.969" v="340"/>
          <ac:spMkLst>
            <pc:docMk/>
            <pc:sldMk cId="0" sldId="258"/>
            <ac:spMk id="6" creationId="{14F19181-DC3F-3B82-31D6-E3710CAC1815}"/>
          </ac:spMkLst>
        </pc:spChg>
        <pc:spChg chg="mod">
          <ac:chgData name="Sonal Genani" userId="d1fd93578f9e8c8c" providerId="LiveId" clId="{0300D4C8-DA04-4726-B3A2-E37C61829253}" dt="2026-04-16T13:34:34.376" v="767" actId="20577"/>
          <ac:spMkLst>
            <pc:docMk/>
            <pc:sldMk cId="0" sldId="258"/>
            <ac:spMk id="7" creationId="{38849028-F25C-7DA0-DE56-0DC142EECABD}"/>
          </ac:spMkLst>
        </pc:spChg>
        <pc:spChg chg="add">
          <ac:chgData name="Sonal Genani" userId="d1fd93578f9e8c8c" providerId="LiveId" clId="{0300D4C8-DA04-4726-B3A2-E37C61829253}" dt="2026-04-16T12:46:21.463" v="420"/>
          <ac:spMkLst>
            <pc:docMk/>
            <pc:sldMk cId="0" sldId="258"/>
            <ac:spMk id="8" creationId="{4852E753-A429-15CB-9BAD-4FC58962563B}"/>
          </ac:spMkLst>
        </pc:spChg>
        <pc:spChg chg="add">
          <ac:chgData name="Sonal Genani" userId="d1fd93578f9e8c8c" providerId="LiveId" clId="{0300D4C8-DA04-4726-B3A2-E37C61829253}" dt="2026-04-16T12:46:38.671" v="421"/>
          <ac:spMkLst>
            <pc:docMk/>
            <pc:sldMk cId="0" sldId="258"/>
            <ac:spMk id="9" creationId="{9DA49390-BC4A-EBF5-B59F-3FECF0F526F7}"/>
          </ac:spMkLst>
        </pc:spChg>
      </pc:sldChg>
      <pc:sldChg chg="modSp mod">
        <pc:chgData name="Sonal Genani" userId="d1fd93578f9e8c8c" providerId="LiveId" clId="{0300D4C8-DA04-4726-B3A2-E37C61829253}" dt="2026-04-17T12:31:36.468" v="1096" actId="20577"/>
        <pc:sldMkLst>
          <pc:docMk/>
          <pc:sldMk cId="0" sldId="259"/>
        </pc:sldMkLst>
        <pc:spChg chg="mod">
          <ac:chgData name="Sonal Genani" userId="d1fd93578f9e8c8c" providerId="LiveId" clId="{0300D4C8-DA04-4726-B3A2-E37C61829253}" dt="2026-04-17T12:31:36.468" v="1096" actId="20577"/>
          <ac:spMkLst>
            <pc:docMk/>
            <pc:sldMk cId="0" sldId="259"/>
            <ac:spMk id="6" creationId="{EE76AC24-5CB7-D860-6A01-E6D8ABD38610}"/>
          </ac:spMkLst>
        </pc:spChg>
      </pc:sldChg>
      <pc:sldChg chg="addSp modSp mod">
        <pc:chgData name="Sonal Genani" userId="d1fd93578f9e8c8c" providerId="LiveId" clId="{0300D4C8-DA04-4726-B3A2-E37C61829253}" dt="2026-04-05T18:49:47.832" v="126" actId="2711"/>
        <pc:sldMkLst>
          <pc:docMk/>
          <pc:sldMk cId="0" sldId="261"/>
        </pc:sldMkLst>
        <pc:spChg chg="mod">
          <ac:chgData name="Sonal Genani" userId="d1fd93578f9e8c8c" providerId="LiveId" clId="{0300D4C8-DA04-4726-B3A2-E37C61829253}" dt="2026-04-05T18:44:18.810" v="66" actId="2711"/>
          <ac:spMkLst>
            <pc:docMk/>
            <pc:sldMk cId="0" sldId="261"/>
            <ac:spMk id="9" creationId="{00000000-0000-0000-0000-000000000000}"/>
          </ac:spMkLst>
        </pc:spChg>
        <pc:spChg chg="mod">
          <ac:chgData name="Sonal Genani" userId="d1fd93578f9e8c8c" providerId="LiveId" clId="{0300D4C8-DA04-4726-B3A2-E37C61829253}" dt="2026-04-05T18:43:56.672" v="64" actId="2711"/>
          <ac:spMkLst>
            <pc:docMk/>
            <pc:sldMk cId="0" sldId="261"/>
            <ac:spMk id="13" creationId="{00000000-0000-0000-0000-000000000000}"/>
          </ac:spMkLst>
        </pc:spChg>
        <pc:spChg chg="mod">
          <ac:chgData name="Sonal Genani" userId="d1fd93578f9e8c8c" providerId="LiveId" clId="{0300D4C8-DA04-4726-B3A2-E37C61829253}" dt="2026-04-05T18:47:01.685" v="100" actId="20577"/>
          <ac:spMkLst>
            <pc:docMk/>
            <pc:sldMk cId="0" sldId="261"/>
            <ac:spMk id="17" creationId="{00000000-0000-0000-0000-000000000000}"/>
          </ac:spMkLst>
        </pc:spChg>
        <pc:spChg chg="mod">
          <ac:chgData name="Sonal Genani" userId="d1fd93578f9e8c8c" providerId="LiveId" clId="{0300D4C8-DA04-4726-B3A2-E37C61829253}" dt="2026-04-05T18:49:47.832" v="126" actId="2711"/>
          <ac:spMkLst>
            <pc:docMk/>
            <pc:sldMk cId="0" sldId="261"/>
            <ac:spMk id="21" creationId="{00000000-0000-0000-0000-000000000000}"/>
          </ac:spMkLst>
        </pc:spChg>
      </pc:sldChg>
      <pc:sldChg chg="addSp delSp modSp mod">
        <pc:chgData name="Sonal Genani" userId="d1fd93578f9e8c8c" providerId="LiveId" clId="{0300D4C8-DA04-4726-B3A2-E37C61829253}" dt="2026-04-16T13:42:05.440" v="775" actId="1076"/>
        <pc:sldMkLst>
          <pc:docMk/>
          <pc:sldMk cId="0" sldId="262"/>
        </pc:sldMkLst>
        <pc:spChg chg="add">
          <ac:chgData name="Sonal Genani" userId="d1fd93578f9e8c8c" providerId="LiveId" clId="{0300D4C8-DA04-4726-B3A2-E37C61829253}" dt="2026-04-16T13:22:38.828" v="729"/>
          <ac:spMkLst>
            <pc:docMk/>
            <pc:sldMk cId="0" sldId="262"/>
            <ac:spMk id="2" creationId="{40E1FB53-5D9F-560D-AF7B-A6DD3705BDC4}"/>
          </ac:spMkLst>
        </pc:spChg>
        <pc:spChg chg="mod">
          <ac:chgData name="Sonal Genani" userId="d1fd93578f9e8c8c" providerId="LiveId" clId="{0300D4C8-DA04-4726-B3A2-E37C61829253}" dt="2026-04-16T13:42:05.440" v="775" actId="1076"/>
          <ac:spMkLst>
            <pc:docMk/>
            <pc:sldMk cId="0" sldId="262"/>
            <ac:spMk id="7" creationId="{00000000-0000-0000-0000-000000000000}"/>
          </ac:spMkLst>
        </pc:spChg>
        <pc:spChg chg="mod">
          <ac:chgData name="Sonal Genani" userId="d1fd93578f9e8c8c" providerId="LiveId" clId="{0300D4C8-DA04-4726-B3A2-E37C61829253}" dt="2026-04-16T13:10:29.934" v="603" actId="14100"/>
          <ac:spMkLst>
            <pc:docMk/>
            <pc:sldMk cId="0" sldId="262"/>
            <ac:spMk id="9" creationId="{00000000-0000-0000-0000-000000000000}"/>
          </ac:spMkLst>
        </pc:spChg>
        <pc:spChg chg="del">
          <ac:chgData name="Sonal Genani" userId="d1fd93578f9e8c8c" providerId="LiveId" clId="{0300D4C8-DA04-4726-B3A2-E37C61829253}" dt="2026-04-16T13:07:13.476" v="573" actId="21"/>
          <ac:spMkLst>
            <pc:docMk/>
            <pc:sldMk cId="0" sldId="262"/>
            <ac:spMk id="12" creationId="{00000000-0000-0000-0000-000000000000}"/>
          </ac:spMkLst>
        </pc:spChg>
        <pc:spChg chg="del">
          <ac:chgData name="Sonal Genani" userId="d1fd93578f9e8c8c" providerId="LiveId" clId="{0300D4C8-DA04-4726-B3A2-E37C61829253}" dt="2026-04-16T13:05:03.447" v="558" actId="21"/>
          <ac:spMkLst>
            <pc:docMk/>
            <pc:sldMk cId="0" sldId="262"/>
            <ac:spMk id="14" creationId="{00000000-0000-0000-0000-000000000000}"/>
          </ac:spMkLst>
        </pc:spChg>
        <pc:spChg chg="mod">
          <ac:chgData name="Sonal Genani" userId="d1fd93578f9e8c8c" providerId="LiveId" clId="{0300D4C8-DA04-4726-B3A2-E37C61829253}" dt="2026-04-16T13:10:11.508" v="598" actId="20577"/>
          <ac:spMkLst>
            <pc:docMk/>
            <pc:sldMk cId="0" sldId="262"/>
            <ac:spMk id="15" creationId="{00000000-0000-0000-0000-000000000000}"/>
          </ac:spMkLst>
        </pc:spChg>
        <pc:spChg chg="mod">
          <ac:chgData name="Sonal Genani" userId="d1fd93578f9e8c8c" providerId="LiveId" clId="{0300D4C8-DA04-4726-B3A2-E37C61829253}" dt="2026-04-16T13:07:08.385" v="572" actId="20577"/>
          <ac:spMkLst>
            <pc:docMk/>
            <pc:sldMk cId="0" sldId="262"/>
            <ac:spMk id="16" creationId="{00000000-0000-0000-0000-000000000000}"/>
          </ac:spMkLst>
        </pc:spChg>
        <pc:spChg chg="del">
          <ac:chgData name="Sonal Genani" userId="d1fd93578f9e8c8c" providerId="LiveId" clId="{0300D4C8-DA04-4726-B3A2-E37C61829253}" dt="2026-04-16T13:11:39.018" v="609" actId="21"/>
          <ac:spMkLst>
            <pc:docMk/>
            <pc:sldMk cId="0" sldId="262"/>
            <ac:spMk id="17" creationId="{00000000-0000-0000-0000-000000000000}"/>
          </ac:spMkLst>
        </pc:spChg>
        <pc:spChg chg="del mod">
          <ac:chgData name="Sonal Genani" userId="d1fd93578f9e8c8c" providerId="LiveId" clId="{0300D4C8-DA04-4726-B3A2-E37C61829253}" dt="2026-04-16T13:12:07.045" v="615" actId="21"/>
          <ac:spMkLst>
            <pc:docMk/>
            <pc:sldMk cId="0" sldId="262"/>
            <ac:spMk id="19" creationId="{00000000-0000-0000-0000-000000000000}"/>
          </ac:spMkLst>
        </pc:spChg>
        <pc:spChg chg="mod">
          <ac:chgData name="Sonal Genani" userId="d1fd93578f9e8c8c" providerId="LiveId" clId="{0300D4C8-DA04-4726-B3A2-E37C61829253}" dt="2026-04-16T13:14:54.693" v="633" actId="20577"/>
          <ac:spMkLst>
            <pc:docMk/>
            <pc:sldMk cId="0" sldId="262"/>
            <ac:spMk id="20" creationId="{00000000-0000-0000-0000-000000000000}"/>
          </ac:spMkLst>
        </pc:spChg>
        <pc:spChg chg="mod">
          <ac:chgData name="Sonal Genani" userId="d1fd93578f9e8c8c" providerId="LiveId" clId="{0300D4C8-DA04-4726-B3A2-E37C61829253}" dt="2026-04-16T13:23:31.451" v="735" actId="14100"/>
          <ac:spMkLst>
            <pc:docMk/>
            <pc:sldMk cId="0" sldId="262"/>
            <ac:spMk id="21" creationId="{00000000-0000-0000-0000-000000000000}"/>
          </ac:spMkLst>
        </pc:spChg>
        <pc:picChg chg="add del mod modCrop">
          <ac:chgData name="Sonal Genani" userId="d1fd93578f9e8c8c" providerId="LiveId" clId="{0300D4C8-DA04-4726-B3A2-E37C61829253}" dt="2026-04-16T13:41:39.382" v="771" actId="931"/>
          <ac:picMkLst>
            <pc:docMk/>
            <pc:sldMk cId="0" sldId="262"/>
            <ac:picMk id="5" creationId="{4B271CC5-2872-C12F-00A3-CA988E8EB161}"/>
          </ac:picMkLst>
        </pc:picChg>
        <pc:picChg chg="del mod">
          <ac:chgData name="Sonal Genani" userId="d1fd93578f9e8c8c" providerId="LiveId" clId="{0300D4C8-DA04-4726-B3A2-E37C61829253}" dt="2026-04-16T13:05:25.576" v="562" actId="21"/>
          <ac:picMkLst>
            <pc:docMk/>
            <pc:sldMk cId="0" sldId="262"/>
            <ac:picMk id="8" creationId="{1E55E186-77CA-90F3-CE2B-D9091070E225}"/>
          </ac:picMkLst>
        </pc:picChg>
        <pc:picChg chg="mod">
          <ac:chgData name="Sonal Genani" userId="d1fd93578f9e8c8c" providerId="LiveId" clId="{0300D4C8-DA04-4726-B3A2-E37C61829253}" dt="2026-04-16T13:41:57.716" v="774" actId="14100"/>
          <ac:picMkLst>
            <pc:docMk/>
            <pc:sldMk cId="0" sldId="262"/>
            <ac:picMk id="22" creationId="{A4C3C6A9-7D01-B88E-52A1-E55CC02BB0C7}"/>
          </ac:picMkLst>
        </pc:picChg>
        <pc:picChg chg="del mod">
          <ac:chgData name="Sonal Genani" userId="d1fd93578f9e8c8c" providerId="LiveId" clId="{0300D4C8-DA04-4726-B3A2-E37C61829253}" dt="2026-04-16T13:13:45.803" v="618" actId="21"/>
          <ac:picMkLst>
            <pc:docMk/>
            <pc:sldMk cId="0" sldId="262"/>
            <ac:picMk id="24" creationId="{DEDD8881-5B15-C9E0-47F3-23BBA4E89D4E}"/>
          </ac:picMkLst>
        </pc:picChg>
      </pc:sldChg>
      <pc:sldChg chg="addSp delSp modSp mod delAnim">
        <pc:chgData name="Sonal Genani" userId="d1fd93578f9e8c8c" providerId="LiveId" clId="{0300D4C8-DA04-4726-B3A2-E37C61829253}" dt="2026-04-08T16:21:16.237" v="214" actId="255"/>
        <pc:sldMkLst>
          <pc:docMk/>
          <pc:sldMk cId="0" sldId="263"/>
        </pc:sldMkLst>
        <pc:spChg chg="mod">
          <ac:chgData name="Sonal Genani" userId="d1fd93578f9e8c8c" providerId="LiveId" clId="{0300D4C8-DA04-4726-B3A2-E37C61829253}" dt="2026-04-08T16:21:16.237" v="214" actId="255"/>
          <ac:spMkLst>
            <pc:docMk/>
            <pc:sldMk cId="0" sldId="263"/>
            <ac:spMk id="12" creationId="{00000000-0000-0000-0000-000000000000}"/>
          </ac:spMkLst>
        </pc:spChg>
      </pc:sldChg>
      <pc:sldChg chg="modSp mod">
        <pc:chgData name="Sonal Genani" userId="d1fd93578f9e8c8c" providerId="LiveId" clId="{0300D4C8-DA04-4726-B3A2-E37C61829253}" dt="2026-04-17T12:50:34.224" v="1329" actId="20577"/>
        <pc:sldMkLst>
          <pc:docMk/>
          <pc:sldMk cId="0" sldId="264"/>
        </pc:sldMkLst>
        <pc:spChg chg="mod">
          <ac:chgData name="Sonal Genani" userId="d1fd93578f9e8c8c" providerId="LiveId" clId="{0300D4C8-DA04-4726-B3A2-E37C61829253}" dt="2026-04-17T12:50:34.224" v="1329" actId="20577"/>
          <ac:spMkLst>
            <pc:docMk/>
            <pc:sldMk cId="0" sldId="264"/>
            <ac:spMk id="14" creationId="{00000000-0000-0000-0000-000000000000}"/>
          </ac:spMkLst>
        </pc:spChg>
      </pc:sldChg>
      <pc:sldChg chg="modSp mod">
        <pc:chgData name="Sonal Genani" userId="d1fd93578f9e8c8c" providerId="LiveId" clId="{0300D4C8-DA04-4726-B3A2-E37C61829253}" dt="2026-04-05T18:55:02.630" v="140" actId="2711"/>
        <pc:sldMkLst>
          <pc:docMk/>
          <pc:sldMk cId="0" sldId="265"/>
        </pc:sldMkLst>
        <pc:spChg chg="mod">
          <ac:chgData name="Sonal Genani" userId="d1fd93578f9e8c8c" providerId="LiveId" clId="{0300D4C8-DA04-4726-B3A2-E37C61829253}" dt="2026-04-05T18:55:02.630" v="140" actId="2711"/>
          <ac:spMkLst>
            <pc:docMk/>
            <pc:sldMk cId="0" sldId="265"/>
            <ac:spMk id="14" creationId="{00000000-0000-0000-0000-000000000000}"/>
          </ac:spMkLst>
        </pc:spChg>
      </pc:sldChg>
      <pc:sldChg chg="addSp modSp mod">
        <pc:chgData name="Sonal Genani" userId="d1fd93578f9e8c8c" providerId="LiveId" clId="{0300D4C8-DA04-4726-B3A2-E37C61829253}" dt="2026-04-13T13:50:13.925" v="327" actId="1076"/>
        <pc:sldMkLst>
          <pc:docMk/>
          <pc:sldMk cId="121223606" sldId="268"/>
        </pc:sldMkLst>
        <pc:spChg chg="add mod">
          <ac:chgData name="Sonal Genani" userId="d1fd93578f9e8c8c" providerId="LiveId" clId="{0300D4C8-DA04-4726-B3A2-E37C61829253}" dt="2026-04-13T13:50:13.925" v="327" actId="1076"/>
          <ac:spMkLst>
            <pc:docMk/>
            <pc:sldMk cId="121223606" sldId="268"/>
            <ac:spMk id="26" creationId="{C1260C34-0C6F-11DE-5D61-0E5D0A36120E}"/>
          </ac:spMkLst>
        </pc:spChg>
        <pc:spChg chg="mod">
          <ac:chgData name="Sonal Genani" userId="d1fd93578f9e8c8c" providerId="LiveId" clId="{0300D4C8-DA04-4726-B3A2-E37C61829253}" dt="2026-04-13T13:47:33.588" v="221" actId="1076"/>
          <ac:spMkLst>
            <pc:docMk/>
            <pc:sldMk cId="121223606" sldId="268"/>
            <ac:spMk id="44" creationId="{3578161E-D839-4793-89CB-83A287A2849E}"/>
          </ac:spMkLst>
        </pc:spChg>
        <pc:grpChg chg="mod">
          <ac:chgData name="Sonal Genani" userId="d1fd93578f9e8c8c" providerId="LiveId" clId="{0300D4C8-DA04-4726-B3A2-E37C61829253}" dt="2026-04-13T13:47:50.520" v="223" actId="1076"/>
          <ac:grpSpMkLst>
            <pc:docMk/>
            <pc:sldMk cId="121223606" sldId="268"/>
            <ac:grpSpMk id="47" creationId="{1E9CDC51-FF0E-F171-6762-BB19A05B4D8E}"/>
          </ac:grpSpMkLst>
        </pc:grpChg>
        <pc:picChg chg="mod">
          <ac:chgData name="Sonal Genani" userId="d1fd93578f9e8c8c" providerId="LiveId" clId="{0300D4C8-DA04-4726-B3A2-E37C61829253}" dt="2026-04-13T13:47:29.386" v="220" actId="1076"/>
          <ac:picMkLst>
            <pc:docMk/>
            <pc:sldMk cId="121223606" sldId="268"/>
            <ac:picMk id="46" creationId="{21A2EF52-784B-5BFA-EB88-FB9E7588BFF8}"/>
          </ac:picMkLst>
        </pc:picChg>
        <pc:picChg chg="mod">
          <ac:chgData name="Sonal Genani" userId="d1fd93578f9e8c8c" providerId="LiveId" clId="{0300D4C8-DA04-4726-B3A2-E37C61829253}" dt="2026-04-13T13:43:35.195" v="215" actId="1076"/>
          <ac:picMkLst>
            <pc:docMk/>
            <pc:sldMk cId="121223606" sldId="268"/>
            <ac:picMk id="50" creationId="{C926F708-70B7-B0DB-A148-0FA2830D925D}"/>
          </ac:picMkLst>
        </pc:picChg>
      </pc:sldChg>
      <pc:sldChg chg="addSp modSp new mod">
        <pc:chgData name="Sonal Genani" userId="d1fd93578f9e8c8c" providerId="LiveId" clId="{0300D4C8-DA04-4726-B3A2-E37C61829253}" dt="2026-04-16T13:42:18.350" v="782" actId="1076"/>
        <pc:sldMkLst>
          <pc:docMk/>
          <pc:sldMk cId="3330356273" sldId="269"/>
        </pc:sldMkLst>
        <pc:spChg chg="add mod">
          <ac:chgData name="Sonal Genani" userId="d1fd93578f9e8c8c" providerId="LiveId" clId="{0300D4C8-DA04-4726-B3A2-E37C61829253}" dt="2026-04-16T13:04:47.787" v="556" actId="255"/>
          <ac:spMkLst>
            <pc:docMk/>
            <pc:sldMk cId="3330356273" sldId="269"/>
            <ac:spMk id="2" creationId="{DFE33A44-A675-63C4-FABF-A0C66D26F941}"/>
          </ac:spMkLst>
        </pc:spChg>
        <pc:spChg chg="add mod">
          <ac:chgData name="Sonal Genani" userId="d1fd93578f9e8c8c" providerId="LiveId" clId="{0300D4C8-DA04-4726-B3A2-E37C61829253}" dt="2026-04-16T13:26:39.430" v="752" actId="20577"/>
          <ac:spMkLst>
            <pc:docMk/>
            <pc:sldMk cId="3330356273" sldId="269"/>
            <ac:spMk id="4" creationId="{2AA44589-DDD9-DE7E-C3D7-6428E9AC9E25}"/>
          </ac:spMkLst>
        </pc:spChg>
        <pc:spChg chg="add mod ord">
          <ac:chgData name="Sonal Genani" userId="d1fd93578f9e8c8c" providerId="LiveId" clId="{0300D4C8-DA04-4726-B3A2-E37C61829253}" dt="2026-04-16T13:42:18.350" v="782" actId="1076"/>
          <ac:spMkLst>
            <pc:docMk/>
            <pc:sldMk cId="3330356273" sldId="269"/>
            <ac:spMk id="12" creationId="{00000000-0000-0000-0000-000000000000}"/>
          </ac:spMkLst>
        </pc:spChg>
        <pc:spChg chg="add mod">
          <ac:chgData name="Sonal Genani" userId="d1fd93578f9e8c8c" providerId="LiveId" clId="{0300D4C8-DA04-4726-B3A2-E37C61829253}" dt="2026-04-16T13:08:42.046" v="587" actId="1076"/>
          <ac:spMkLst>
            <pc:docMk/>
            <pc:sldMk cId="3330356273" sldId="269"/>
            <ac:spMk id="14" creationId="{00000000-0000-0000-0000-000000000000}"/>
          </ac:spMkLst>
        </pc:spChg>
        <pc:picChg chg="add mod">
          <ac:chgData name="Sonal Genani" userId="d1fd93578f9e8c8c" providerId="LiveId" clId="{0300D4C8-DA04-4726-B3A2-E37C61829253}" dt="2026-04-16T13:24:35.423" v="746" actId="14100"/>
          <ac:picMkLst>
            <pc:docMk/>
            <pc:sldMk cId="3330356273" sldId="269"/>
            <ac:picMk id="8" creationId="{1E55E186-77CA-90F3-CE2B-D9091070E225}"/>
          </ac:picMkLst>
        </pc:picChg>
      </pc:sldChg>
      <pc:sldChg chg="addSp modSp new mod">
        <pc:chgData name="Sonal Genani" userId="d1fd93578f9e8c8c" providerId="LiveId" clId="{0300D4C8-DA04-4726-B3A2-E37C61829253}" dt="2026-04-16T13:28:26.788" v="762" actId="20577"/>
        <pc:sldMkLst>
          <pc:docMk/>
          <pc:sldMk cId="1062620943" sldId="270"/>
        </pc:sldMkLst>
        <pc:spChg chg="add mod">
          <ac:chgData name="Sonal Genani" userId="d1fd93578f9e8c8c" providerId="LiveId" clId="{0300D4C8-DA04-4726-B3A2-E37C61829253}" dt="2026-04-16T13:14:39.469" v="627" actId="1076"/>
          <ac:spMkLst>
            <pc:docMk/>
            <pc:sldMk cId="1062620943" sldId="270"/>
            <ac:spMk id="3" creationId="{8912A0C5-DF62-7604-C730-E673567306C8}"/>
          </ac:spMkLst>
        </pc:spChg>
        <pc:spChg chg="add mod">
          <ac:chgData name="Sonal Genani" userId="d1fd93578f9e8c8c" providerId="LiveId" clId="{0300D4C8-DA04-4726-B3A2-E37C61829253}" dt="2026-04-16T13:28:26.788" v="762" actId="20577"/>
          <ac:spMkLst>
            <pc:docMk/>
            <pc:sldMk cId="1062620943" sldId="270"/>
            <ac:spMk id="5" creationId="{5F82F99E-08C1-7EE5-BBB8-EFA6DD7899D4}"/>
          </ac:spMkLst>
        </pc:spChg>
        <pc:spChg chg="add mod">
          <ac:chgData name="Sonal Genani" userId="d1fd93578f9e8c8c" providerId="LiveId" clId="{0300D4C8-DA04-4726-B3A2-E37C61829253}" dt="2026-04-16T13:11:59.729" v="613" actId="1076"/>
          <ac:spMkLst>
            <pc:docMk/>
            <pc:sldMk cId="1062620943" sldId="270"/>
            <ac:spMk id="17" creationId="{00000000-0000-0000-0000-000000000000}"/>
          </ac:spMkLst>
        </pc:spChg>
        <pc:spChg chg="add mod">
          <ac:chgData name="Sonal Genani" userId="d1fd93578f9e8c8c" providerId="LiveId" clId="{0300D4C8-DA04-4726-B3A2-E37C61829253}" dt="2026-04-16T13:14:15.501" v="624" actId="14100"/>
          <ac:spMkLst>
            <pc:docMk/>
            <pc:sldMk cId="1062620943" sldId="270"/>
            <ac:spMk id="19" creationId="{00000000-0000-0000-0000-000000000000}"/>
          </ac:spMkLst>
        </pc:spChg>
        <pc:picChg chg="add mod">
          <ac:chgData name="Sonal Genani" userId="d1fd93578f9e8c8c" providerId="LiveId" clId="{0300D4C8-DA04-4726-B3A2-E37C61829253}" dt="2026-04-16T13:26:56.521" v="756" actId="14100"/>
          <ac:picMkLst>
            <pc:docMk/>
            <pc:sldMk cId="1062620943" sldId="270"/>
            <ac:picMk id="24" creationId="{DEDD8881-5B15-C9E0-47F3-23BBA4E89D4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1drv.ms/v/c/D1FD93578F9E8C8C/IQBnqRj4Yu6hTp_tWBOeDdYSAaGVZuHmiJ-zouaw8Fbe6vs?e=SOLEml"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0" y="5017322"/>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0" y="2611176"/>
            <a:ext cx="4113486" cy="378056"/>
            <a:chOff x="0" y="2985846"/>
            <a:chExt cx="4224335" cy="431080"/>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5846"/>
              <a:ext cx="4224335" cy="431080"/>
              <a:chOff x="0" y="-38100"/>
              <a:chExt cx="4355842" cy="444500"/>
            </a:xfrm>
          </p:grpSpPr>
          <p:sp>
            <p:nvSpPr>
              <p:cNvPr id="29" name="Freeform 29">
                <a:extLst>
                  <a:ext uri="{FF2B5EF4-FFF2-40B4-BE49-F238E27FC236}">
                    <a16:creationId xmlns:a16="http://schemas.microsoft.com/office/drawing/2014/main" id="{98AC3028-4A73-A10C-B23F-D62CE7C18AED}"/>
                  </a:ext>
                </a:extLst>
              </p:cNvPr>
              <p:cNvSpPr/>
              <p:nvPr/>
            </p:nvSpPr>
            <p:spPr>
              <a:xfrm>
                <a:off x="0" y="0"/>
                <a:ext cx="4355842" cy="406400"/>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14926" y="3095093"/>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54979" y="3645023"/>
            <a:ext cx="1633432"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a:t>
            </a:r>
          </a:p>
        </p:txBody>
      </p:sp>
      <p:sp>
        <p:nvSpPr>
          <p:cNvPr id="42" name="TextBox 42">
            <a:extLst>
              <a:ext uri="{FF2B5EF4-FFF2-40B4-BE49-F238E27FC236}">
                <a16:creationId xmlns:a16="http://schemas.microsoft.com/office/drawing/2014/main" id="{2E9FAC26-1E84-D690-0FD4-B1A364AF40DE}"/>
              </a:ext>
            </a:extLst>
          </p:cNvPr>
          <p:cNvSpPr txBox="1"/>
          <p:nvPr/>
        </p:nvSpPr>
        <p:spPr>
          <a:xfrm>
            <a:off x="854979" y="3806607"/>
            <a:ext cx="1633432"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Sonal Genani</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06310"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176086" y="3803810"/>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sgenani4@gmail.com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389019"/>
            <a:chOff x="3139699" y="4295282"/>
            <a:chExt cx="2272871" cy="38901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22743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Uma Maheshwari Ma’am</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410092" y="1052621"/>
            <a:ext cx="3255287" cy="1562106"/>
          </a:xfrm>
          <a:prstGeom prst="rect">
            <a:avLst/>
          </a:prstGeom>
        </p:spPr>
      </p:pic>
      <p:sp>
        <p:nvSpPr>
          <p:cNvPr id="26" name="TextBox 25">
            <a:extLst>
              <a:ext uri="{FF2B5EF4-FFF2-40B4-BE49-F238E27FC236}">
                <a16:creationId xmlns:a16="http://schemas.microsoft.com/office/drawing/2014/main" id="{C1260C34-0C6F-11DE-5D61-0E5D0A36120E}"/>
              </a:ext>
            </a:extLst>
          </p:cNvPr>
          <p:cNvSpPr txBox="1"/>
          <p:nvPr/>
        </p:nvSpPr>
        <p:spPr>
          <a:xfrm>
            <a:off x="237841" y="3156718"/>
            <a:ext cx="5711878" cy="338554"/>
          </a:xfrm>
          <a:prstGeom prst="rect">
            <a:avLst/>
          </a:prstGeom>
          <a:noFill/>
        </p:spPr>
        <p:txBody>
          <a:bodyPr wrap="square" rtlCol="0">
            <a:spAutoFit/>
          </a:bodyPr>
          <a:lstStyle/>
          <a:p>
            <a:r>
              <a:rPr lang="en-US" sz="1600" b="1" dirty="0">
                <a:solidFill>
                  <a:srgbClr val="1565C0"/>
                </a:solidFill>
              </a:rPr>
              <a:t>Smarter Insights for Better Care using Health Metrics Dashboard</a:t>
            </a:r>
            <a:endParaRPr lang="en-IN" sz="1600" b="1" dirty="0">
              <a:solidFill>
                <a:srgbClr val="1565C0"/>
              </a:solidFill>
            </a:endParaRP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2841804"/>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Analyze healthcare patients' data to generate meaningful insights.</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Cleans, processes, and visualizes raw and inconsistent records</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Identifies trends in admissions, medical conditions, and hospital performance</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Uses Microsoft Excel, Power BI, and Microsoft Copilot</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Developing an interactive dashboard for key metrics</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Highlights patient distribution, disease burden, length of stay, and cost of care</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Integrates AI for insight generation and improved reporting efficiency</a:t>
            </a:r>
          </a:p>
          <a:p>
            <a:pPr marL="228600" indent="-228600">
              <a:spcAft>
                <a:spcPts val="800"/>
              </a:spcAft>
              <a:buFont typeface="Arial" panose="020B0604020202020204" pitchFamily="34" charset="0"/>
              <a:buChar char="•"/>
              <a:tabLst>
                <a:tab pos="4229100" algn="ctr"/>
              </a:tabLst>
            </a:pPr>
            <a:r>
              <a:rPr lang="en-US" sz="1200" dirty="0">
                <a:latin typeface="Lato" panose="020F0502020204030203" pitchFamily="34" charset="0"/>
                <a:ea typeface="+mn-lt"/>
                <a:cs typeface="Arial" panose="020B0604020202020204" pitchFamily="34" charset="0"/>
              </a:rPr>
              <a:t>Supports proactive, data-driven healthcare decision-making</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5041333" y="1026942"/>
            <a:ext cx="3794058" cy="3794058"/>
          </a:xfrm>
          <a:prstGeom prst="rect">
            <a:avLst/>
          </a:prstGeom>
        </p:spPr>
      </p:pic>
      <p:sp>
        <p:nvSpPr>
          <p:cNvPr id="4" name="Text 2"/>
          <p:cNvSpPr/>
          <p:nvPr/>
        </p:nvSpPr>
        <p:spPr>
          <a:xfrm>
            <a:off x="120623" y="611286"/>
            <a:ext cx="3185285" cy="262474"/>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EE76AC24-5CB7-D860-6A01-E6D8ABD38610}"/>
              </a:ext>
            </a:extLst>
          </p:cNvPr>
          <p:cNvSpPr txBox="1"/>
          <p:nvPr/>
        </p:nvSpPr>
        <p:spPr>
          <a:xfrm>
            <a:off x="120623" y="1026942"/>
            <a:ext cx="5471285" cy="3498394"/>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200" dirty="0">
                <a:latin typeface="Arial" panose="020B0604020202020204" pitchFamily="34" charset="0"/>
                <a:ea typeface="+mn-lt"/>
                <a:cs typeface="Arial" panose="020B0604020202020204" pitchFamily="34" charset="0"/>
              </a:rPr>
              <a:t>Difficulty in correlating variables such as ‘Medical Condition’, ‘Medication’, and ‘Test Results’ to assess treatment success  rates. </a:t>
            </a:r>
          </a:p>
          <a:p>
            <a:pPr marL="228600" indent="-228600">
              <a:spcAft>
                <a:spcPts val="800"/>
              </a:spcAft>
              <a:buFont typeface="Arial" panose="020B0604020202020204" pitchFamily="34" charset="0"/>
              <a:buChar char="•"/>
              <a:tabLst>
                <a:tab pos="4229100" algn="ctr"/>
              </a:tabLst>
            </a:pPr>
            <a:r>
              <a:rPr lang="en-US" sz="1200" dirty="0">
                <a:latin typeface="Arial" panose="020B0604020202020204" pitchFamily="34" charset="0"/>
                <a:ea typeface="+mn-lt"/>
                <a:cs typeface="Arial" panose="020B0604020202020204" pitchFamily="34" charset="0"/>
              </a:rPr>
              <a:t>Lack of unified view of patient history due to fragmented and duplicate    records across different hospitals and departments.</a:t>
            </a:r>
          </a:p>
          <a:p>
            <a:pPr marL="228600" indent="-228600">
              <a:spcAft>
                <a:spcPts val="800"/>
              </a:spcAft>
              <a:buFont typeface="Arial" panose="020B0604020202020204" pitchFamily="34" charset="0"/>
              <a:buChar char="•"/>
              <a:tabLst>
                <a:tab pos="4229100" algn="ctr"/>
              </a:tabLst>
            </a:pPr>
            <a:r>
              <a:rPr lang="en-US" sz="1200" dirty="0">
                <a:latin typeface="Arial" panose="020B0604020202020204" pitchFamily="34" charset="0"/>
                <a:ea typeface="+mn-lt"/>
                <a:cs typeface="Arial" panose="020B0604020202020204" pitchFamily="34" charset="0"/>
              </a:rPr>
              <a:t>Organizations struggle in identifying key performance indicators (KPIs) such as bed occupancy rates, emergency admission trends, due to lack of clean, visualized data which leads to underutilization</a:t>
            </a:r>
          </a:p>
          <a:p>
            <a:pPr marL="228600" indent="-228600">
              <a:spcAft>
                <a:spcPts val="800"/>
              </a:spcAft>
              <a:buFont typeface="Arial" panose="020B0604020202020204" pitchFamily="34" charset="0"/>
              <a:buChar char="•"/>
              <a:tabLst>
                <a:tab pos="4229100" algn="ctr"/>
              </a:tabLst>
            </a:pPr>
            <a:r>
              <a:rPr lang="en-US" sz="1200" dirty="0">
                <a:latin typeface="Arial" panose="020B0604020202020204" pitchFamily="34" charset="0"/>
                <a:ea typeface="+mn-lt"/>
                <a:cs typeface="Arial" panose="020B0604020202020204" pitchFamily="34" charset="0"/>
              </a:rPr>
              <a:t>Skill gaps amongst clinical staff make it difficult for them to use technology for making analysis faster.</a:t>
            </a:r>
          </a:p>
          <a:p>
            <a:pPr marL="228600" indent="-228600">
              <a:spcAft>
                <a:spcPts val="800"/>
              </a:spcAft>
              <a:buFont typeface="Arial" panose="020B0604020202020204" pitchFamily="34" charset="0"/>
              <a:buChar char="•"/>
              <a:tabLst>
                <a:tab pos="4229100" algn="ctr"/>
              </a:tabLst>
            </a:pPr>
            <a:r>
              <a:rPr lang="en-US" sz="1200" u="sng" dirty="0">
                <a:latin typeface="Arial" panose="020B0604020202020204" pitchFamily="34" charset="0"/>
                <a:ea typeface="+mn-lt"/>
                <a:cs typeface="Arial" panose="020B0604020202020204" pitchFamily="34" charset="0"/>
              </a:rPr>
              <a:t>Challenges:</a:t>
            </a:r>
          </a:p>
          <a:p>
            <a:pPr marL="228600" indent="-228600">
              <a:spcAft>
                <a:spcPts val="800"/>
              </a:spcAft>
              <a:buFont typeface="Wingdings" panose="05000000000000000000" pitchFamily="2" charset="2"/>
              <a:buChar char="Ø"/>
              <a:tabLst>
                <a:tab pos="4229100" algn="ctr"/>
              </a:tabLst>
            </a:pPr>
            <a:r>
              <a:rPr lang="en-US" sz="1200" dirty="0">
                <a:latin typeface="Arial" panose="020B0604020202020204" pitchFamily="34" charset="0"/>
                <a:ea typeface="+mn-lt"/>
                <a:cs typeface="Arial" panose="020B0604020202020204" pitchFamily="34" charset="0"/>
              </a:rPr>
              <a:t>  Inconsistent data formats</a:t>
            </a:r>
          </a:p>
          <a:p>
            <a:pPr marL="228600" indent="-228600">
              <a:spcAft>
                <a:spcPts val="800"/>
              </a:spcAft>
              <a:buFont typeface="Wingdings" panose="05000000000000000000" pitchFamily="2" charset="2"/>
              <a:buChar char="Ø"/>
              <a:tabLst>
                <a:tab pos="4229100" algn="ctr"/>
              </a:tabLst>
            </a:pPr>
            <a:r>
              <a:rPr lang="en-US" sz="1200" dirty="0">
                <a:latin typeface="Arial" panose="020B0604020202020204" pitchFamily="34" charset="0"/>
                <a:ea typeface="+mn-lt"/>
                <a:cs typeface="Arial" panose="020B0604020202020204" pitchFamily="34" charset="0"/>
              </a:rPr>
              <a:t>  Weak correlation across clinical variables</a:t>
            </a:r>
          </a:p>
          <a:p>
            <a:pPr marL="228600" indent="-228600">
              <a:spcAft>
                <a:spcPts val="800"/>
              </a:spcAft>
              <a:buFont typeface="Wingdings" panose="05000000000000000000" pitchFamily="2" charset="2"/>
              <a:buChar char="Ø"/>
              <a:tabLst>
                <a:tab pos="4229100" algn="ctr"/>
              </a:tabLst>
            </a:pPr>
            <a:r>
              <a:rPr lang="en-US" sz="1200" dirty="0">
                <a:latin typeface="Arial" panose="020B0604020202020204" pitchFamily="34" charset="0"/>
                <a:ea typeface="+mn-lt"/>
                <a:cs typeface="Arial" panose="020B0604020202020204" pitchFamily="34" charset="0"/>
              </a:rPr>
              <a:t>  Fragmented patient records</a:t>
            </a:r>
          </a:p>
          <a:p>
            <a:pPr marL="228600" indent="-228600">
              <a:spcAft>
                <a:spcPts val="800"/>
              </a:spcAft>
              <a:buFont typeface="Wingdings" panose="05000000000000000000" pitchFamily="2" charset="2"/>
              <a:buChar char="Ø"/>
              <a:tabLst>
                <a:tab pos="4229100" algn="ctr"/>
              </a:tabLst>
            </a:pPr>
            <a:r>
              <a:rPr lang="en-US" sz="1200" dirty="0">
                <a:latin typeface="Arial" panose="020B0604020202020204" pitchFamily="34" charset="0"/>
                <a:ea typeface="+mn-lt"/>
                <a:cs typeface="Arial" panose="020B0604020202020204" pitchFamily="34" charset="0"/>
              </a:rPr>
              <a:t>  Limited KPI visibility</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526282" y="970671"/>
            <a:ext cx="4617718" cy="3958044"/>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55841"/>
            <a:ext cx="5452354" cy="3464891"/>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1200" dirty="0"/>
              <a:t>The proposed solution leverages a structured five-phase framework consisting of data collection, cleaning, analysis, visualization, and documentation, which would transform fragmented hospital records into actionable insights.</a:t>
            </a:r>
          </a:p>
          <a:p>
            <a:pPr marL="171450" indent="-171450">
              <a:lnSpc>
                <a:spcPct val="150000"/>
              </a:lnSpc>
              <a:buFont typeface="Arial" panose="020B0604020202020204" pitchFamily="34" charset="0"/>
              <a:buChar char="•"/>
            </a:pPr>
            <a:r>
              <a:rPr lang="en-US" sz="1200" dirty="0"/>
              <a:t> Using Excel and Power BI, we standardize formats, remove duplicates, and compute KPIs such as length of stay and admission trends. Copilot integration enhances analysis by generating summaries, interpreting trends, and recommending preventive care strategies. </a:t>
            </a:r>
          </a:p>
          <a:p>
            <a:pPr marL="171450" indent="-171450">
              <a:lnSpc>
                <a:spcPct val="150000"/>
              </a:lnSpc>
              <a:buFont typeface="Arial" panose="020B0604020202020204" pitchFamily="34" charset="0"/>
              <a:buChar char="•"/>
            </a:pPr>
            <a:r>
              <a:rPr lang="en-US" sz="1200" dirty="0"/>
              <a:t>Interactive dashboards provide unified patient views; compared to traditional methods, this approach combines AI-driven prompt engineering with visualization, enabling proactive healthcare decisions, optimized resource utilization, and improved patient outcomes</a:t>
            </a:r>
            <a:r>
              <a:rPr lang="en-US" sz="1600" dirty="0"/>
              <a:t>.</a:t>
            </a: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r>
              <a:rPr lang="en-US" sz="1200" dirty="0">
                <a:latin typeface="Arial" panose="020B0604020202020204" pitchFamily="34" charset="0"/>
                <a:cs typeface="Arial" panose="020B0604020202020204" pitchFamily="34" charset="0"/>
              </a:rPr>
              <a:t>The project used a healthcare dataset in Excel format sourced from Kaggle, uploaded manually and analyzed using Excel, Power BI, and AI tools like Copilot</a:t>
            </a:r>
            <a:r>
              <a:rPr lang="en-US" sz="1600" dirty="0"/>
              <a:t>.</a:t>
            </a: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r>
              <a:rPr lang="en-US" sz="1200" dirty="0">
                <a:solidFill>
                  <a:srgbClr val="1A1A2E"/>
                </a:solidFill>
                <a:latin typeface="Arial" panose="020B0604020202020204" pitchFamily="34" charset="0"/>
                <a:ea typeface="Calibri" pitchFamily="34" charset="-122"/>
                <a:cs typeface="Arial" panose="020B0604020202020204" pitchFamily="34" charset="0"/>
              </a:rPr>
              <a:t>Data was cleaned by removing duplicates, </a:t>
            </a:r>
            <a:r>
              <a:rPr lang="en-US" sz="1200" dirty="0">
                <a:latin typeface="Arial" panose="020B0604020202020204" pitchFamily="34" charset="0"/>
                <a:cs typeface="Arial" panose="020B0604020202020204" pitchFamily="34" charset="0"/>
              </a:rPr>
              <a:t>handling missing values, and standardizing formats in Excel, then transformed and analyzed using formulas, pivot tables, and Power BI and AI insights</a:t>
            </a:r>
            <a:r>
              <a:rPr lang="en-US" sz="1200" dirty="0"/>
              <a:t>.</a:t>
            </a:r>
          </a:p>
          <a:p>
            <a:pPr marL="0" indent="0">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245152" cy="1113524"/>
          </a:xfrm>
          <a:prstGeom prst="rect">
            <a:avLst/>
          </a:prstGeom>
          <a:noFill/>
          <a:ln/>
        </p:spPr>
        <p:txBody>
          <a:bodyPr wrap="square" rtlCol="0" anchor="t"/>
          <a:lstStyle/>
          <a:p>
            <a:r>
              <a:rPr lang="en-US" sz="1200" dirty="0">
                <a:latin typeface="Arial" panose="020B0604020202020204" pitchFamily="34" charset="0"/>
                <a:cs typeface="Arial" panose="020B0604020202020204" pitchFamily="34" charset="0"/>
              </a:rPr>
              <a:t>Excel was used for initial data cleaning and preprocessing, including handling missing values, removing duplicates, and applying formulas; Power BI was used develop interactive dashboards; Microsoft Copilot were integrated to generate insights, summarize findings, and assist in report writing through natural language prompts</a:t>
            </a:r>
            <a:r>
              <a:rPr lang="en-US" sz="1350" dirty="0">
                <a:latin typeface="Arial" panose="020B0604020202020204" pitchFamily="34" charset="0"/>
                <a:cs typeface="Arial" panose="020B0604020202020204" pitchFamily="34" charset="0"/>
              </a:rPr>
              <a:t>.</a:t>
            </a:r>
          </a:p>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r>
              <a:rPr lang="en-US" sz="1200" dirty="0">
                <a:latin typeface="Arial" panose="020B0604020202020204" pitchFamily="34" charset="0"/>
                <a:cs typeface="Arial" panose="020B0604020202020204" pitchFamily="34" charset="0"/>
              </a:rPr>
              <a:t>The final output is an interactive Power BI dashboard supported by a structured report, featuring KPI cards, charts and slicers that visually present key insights such as patient trends, medical conditions, and hospital performance metrics.</a:t>
            </a:r>
          </a:p>
          <a:p>
            <a:pPr marL="0" indent="0">
              <a:buNone/>
            </a:pPr>
            <a:endParaRPr lang="en-US" sz="1600"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1362456" y="1470233"/>
            <a:ext cx="1371600" cy="1371600"/>
          </a:xfrm>
          <a:prstGeom prst="ellipse">
            <a:avLst/>
          </a:prstGeom>
          <a:solidFill>
            <a:srgbClr val="1565C0"/>
          </a:solidFill>
          <a:ln w="38100">
            <a:solidFill>
              <a:srgbClr val="FFFFFF"/>
            </a:solidFill>
            <a:prstDash val="solid"/>
          </a:ln>
        </p:spPr>
        <p:txBody>
          <a:bodyPr/>
          <a:lstStyle/>
          <a:p>
            <a:endParaRPr lang="en-IN" dirty="0">
              <a:latin typeface="Lato" panose="020F0502020204030203" pitchFamily="34" charset="0"/>
            </a:endParaRPr>
          </a:p>
        </p:txBody>
      </p:sp>
      <p:sp>
        <p:nvSpPr>
          <p:cNvPr id="9" name="Shape 7"/>
          <p:cNvSpPr/>
          <p:nvPr/>
        </p:nvSpPr>
        <p:spPr>
          <a:xfrm>
            <a:off x="395228" y="1849902"/>
            <a:ext cx="3114032" cy="2780686"/>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r>
              <a:rPr lang="en-US" sz="1600" dirty="0">
                <a:latin typeface="Lato" panose="020F0502020204030203" pitchFamily="34" charset="0"/>
                <a:ea typeface="Calibri" pitchFamily="34" charset="-122"/>
                <a:cs typeface="Arial" panose="020B0604020202020204" pitchFamily="34" charset="0"/>
              </a:rPr>
              <a:t>[Add description of Demo 1 here — what this demo shows, key features, and results achieved.]</a:t>
            </a:r>
            <a:endParaRPr lang="en-US" sz="1600" dirty="0">
              <a:latin typeface="Lato" panose="020F0502020204030203" pitchFamily="34" charset="0"/>
              <a:cs typeface="Arial" panose="020B0604020202020204"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818186" y="2096086"/>
            <a:ext cx="2909254" cy="1730326"/>
          </a:xfrm>
          <a:prstGeom prst="rect">
            <a:avLst/>
          </a:prstGeom>
          <a:noFill/>
          <a:ln/>
        </p:spPr>
        <p:txBody>
          <a:bodyPr wrap="square" rtlCol="0" anchor="ctr"/>
          <a:lstStyle/>
          <a:p>
            <a:pPr algn="ctr"/>
            <a:r>
              <a:rPr lang="en-US" sz="1600" dirty="0">
                <a:latin typeface="Lato" panose="020F0502020204030203" pitchFamily="34" charset="0"/>
                <a:ea typeface="Calibri" pitchFamily="34" charset="-122"/>
                <a:cs typeface="Arial" panose="020B0604020202020204" pitchFamily="34" charset="0"/>
              </a:rPr>
              <a:t>This screenshot shows the cleaned healthcare dataset with standardized formats, no duplicates, and consistent, analysis-ready data.</a:t>
            </a:r>
          </a:p>
        </p:txBody>
      </p:sp>
      <p:pic>
        <p:nvPicPr>
          <p:cNvPr id="22" name="Picture 21">
            <a:extLst>
              <a:ext uri="{FF2B5EF4-FFF2-40B4-BE49-F238E27FC236}">
                <a16:creationId xmlns:a16="http://schemas.microsoft.com/office/drawing/2014/main" id="{A4C3C6A9-7D01-B88E-52A1-E55CC02BB0C7}"/>
              </a:ext>
            </a:extLst>
          </p:cNvPr>
          <p:cNvPicPr>
            <a:picLocks noChangeAspect="1"/>
          </p:cNvPicPr>
          <p:nvPr/>
        </p:nvPicPr>
        <p:blipFill>
          <a:blip r:embed="rId4"/>
          <a:srcRect r="19538" b="25614"/>
          <a:stretch>
            <a:fillRect/>
          </a:stretch>
        </p:blipFill>
        <p:spPr>
          <a:xfrm>
            <a:off x="411480" y="1821566"/>
            <a:ext cx="3410010" cy="2780686"/>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10"/>
          <p:cNvSpPr/>
          <p:nvPr/>
        </p:nvSpPr>
        <p:spPr>
          <a:xfrm>
            <a:off x="1403257" y="1026238"/>
            <a:ext cx="1371600" cy="1371600"/>
          </a:xfrm>
          <a:prstGeom prst="ellipse">
            <a:avLst/>
          </a:prstGeom>
          <a:solidFill>
            <a:srgbClr val="FFC000"/>
          </a:solidFill>
          <a:ln w="38100">
            <a:solidFill>
              <a:srgbClr val="FFFFFF"/>
            </a:solidFill>
            <a:prstDash val="solid"/>
          </a:ln>
        </p:spPr>
        <p:txBody>
          <a:bodyPr/>
          <a:lstStyle/>
          <a:p>
            <a:pPr algn="ctr"/>
            <a:endParaRPr lang="en-US" sz="1400" dirty="0">
              <a:latin typeface="Lato" panose="020F0502020204030203" pitchFamily="34" charset="0"/>
              <a:cs typeface="Arial" panose="020B0604020202020204" pitchFamily="34" charset="0"/>
            </a:endParaRPr>
          </a:p>
        </p:txBody>
      </p:sp>
      <p:sp>
        <p:nvSpPr>
          <p:cNvPr id="2" name="TextBox 1">
            <a:extLst>
              <a:ext uri="{FF2B5EF4-FFF2-40B4-BE49-F238E27FC236}">
                <a16:creationId xmlns:a16="http://schemas.microsoft.com/office/drawing/2014/main" id="{DFE33A44-A675-63C4-FABF-A0C66D26F941}"/>
              </a:ext>
            </a:extLst>
          </p:cNvPr>
          <p:cNvSpPr txBox="1"/>
          <p:nvPr/>
        </p:nvSpPr>
        <p:spPr>
          <a:xfrm>
            <a:off x="351692" y="548640"/>
            <a:ext cx="5859194" cy="400110"/>
          </a:xfrm>
          <a:prstGeom prst="rect">
            <a:avLst/>
          </a:prstGeom>
          <a:noFill/>
        </p:spPr>
        <p:txBody>
          <a:bodyPr wrap="square" rtlCol="0">
            <a:spAutoFit/>
          </a:bodyPr>
          <a:lstStyle/>
          <a:p>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14" name="Shape 12"/>
          <p:cNvSpPr/>
          <p:nvPr/>
        </p:nvSpPr>
        <p:spPr>
          <a:xfrm>
            <a:off x="351692" y="1568432"/>
            <a:ext cx="3716685" cy="3111278"/>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pic>
        <p:nvPicPr>
          <p:cNvPr id="8" name="Picture 7">
            <a:extLst>
              <a:ext uri="{FF2B5EF4-FFF2-40B4-BE49-F238E27FC236}">
                <a16:creationId xmlns:a16="http://schemas.microsoft.com/office/drawing/2014/main" id="{1E55E186-77CA-90F3-CE2B-D9091070E225}"/>
              </a:ext>
            </a:extLst>
          </p:cNvPr>
          <p:cNvPicPr>
            <a:picLocks noChangeAspect="1"/>
          </p:cNvPicPr>
          <p:nvPr/>
        </p:nvPicPr>
        <p:blipFill>
          <a:blip r:embed="rId2"/>
          <a:srcRect l="1932" t="19631" r="36903" b="7466"/>
          <a:stretch>
            <a:fillRect/>
          </a:stretch>
        </p:blipFill>
        <p:spPr>
          <a:xfrm>
            <a:off x="351692" y="1645920"/>
            <a:ext cx="3716685" cy="3033790"/>
          </a:xfrm>
          <a:prstGeom prst="rect">
            <a:avLst/>
          </a:prstGeom>
        </p:spPr>
      </p:pic>
      <p:sp>
        <p:nvSpPr>
          <p:cNvPr id="4" name="TextBox 3">
            <a:extLst>
              <a:ext uri="{FF2B5EF4-FFF2-40B4-BE49-F238E27FC236}">
                <a16:creationId xmlns:a16="http://schemas.microsoft.com/office/drawing/2014/main" id="{2AA44589-DDD9-DE7E-C3D7-6428E9AC9E25}"/>
              </a:ext>
            </a:extLst>
          </p:cNvPr>
          <p:cNvSpPr txBox="1"/>
          <p:nvPr/>
        </p:nvSpPr>
        <p:spPr>
          <a:xfrm>
            <a:off x="4571999" y="1807698"/>
            <a:ext cx="3594295" cy="1754326"/>
          </a:xfrm>
          <a:prstGeom prst="rect">
            <a:avLst/>
          </a:prstGeom>
          <a:noFill/>
        </p:spPr>
        <p:txBody>
          <a:bodyPr wrap="square">
            <a:spAutoFit/>
          </a:bodyPr>
          <a:lstStyle/>
          <a:p>
            <a:r>
              <a:rPr lang="en-US" dirty="0"/>
              <a:t>This screenshot displays the Power BI dashboard presenting key healthcare insights through interactive visuals, KPIs, and filters for effective data-driven decision-making.</a:t>
            </a:r>
          </a:p>
        </p:txBody>
      </p:sp>
    </p:spTree>
    <p:extLst>
      <p:ext uri="{BB962C8B-B14F-4D97-AF65-F5344CB8AC3E}">
        <p14:creationId xmlns:p14="http://schemas.microsoft.com/office/powerpoint/2010/main" val="3330356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5"/>
          <p:cNvSpPr/>
          <p:nvPr/>
        </p:nvSpPr>
        <p:spPr>
          <a:xfrm>
            <a:off x="1465150" y="1261375"/>
            <a:ext cx="1371600" cy="1371600"/>
          </a:xfrm>
          <a:prstGeom prst="ellipse">
            <a:avLst/>
          </a:prstGeom>
          <a:solidFill>
            <a:srgbClr val="1565C0"/>
          </a:solidFill>
          <a:ln w="38100">
            <a:solidFill>
              <a:srgbClr val="FFFFFF"/>
            </a:solidFill>
            <a:prstDash val="solid"/>
          </a:ln>
        </p:spPr>
        <p:txBody>
          <a:bodyPr/>
          <a:lstStyle/>
          <a:p>
            <a:endParaRPr lang="en-IN" dirty="0">
              <a:latin typeface="Lato" panose="020F0502020204030203" pitchFamily="34" charset="0"/>
            </a:endParaRPr>
          </a:p>
        </p:txBody>
      </p:sp>
      <p:sp>
        <p:nvSpPr>
          <p:cNvPr id="19" name="Shape 17"/>
          <p:cNvSpPr/>
          <p:nvPr/>
        </p:nvSpPr>
        <p:spPr>
          <a:xfrm>
            <a:off x="390730" y="1695156"/>
            <a:ext cx="3428648" cy="2961249"/>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pic>
        <p:nvPicPr>
          <p:cNvPr id="24" name="Picture 23">
            <a:extLst>
              <a:ext uri="{FF2B5EF4-FFF2-40B4-BE49-F238E27FC236}">
                <a16:creationId xmlns:a16="http://schemas.microsoft.com/office/drawing/2014/main" id="{DEDD8881-5B15-C9E0-47F3-23BBA4E89D4E}"/>
              </a:ext>
            </a:extLst>
          </p:cNvPr>
          <p:cNvPicPr>
            <a:picLocks noChangeAspect="1"/>
          </p:cNvPicPr>
          <p:nvPr/>
        </p:nvPicPr>
        <p:blipFill>
          <a:blip r:embed="rId2"/>
          <a:srcRect l="31100" r="16308"/>
          <a:stretch>
            <a:fillRect/>
          </a:stretch>
        </p:blipFill>
        <p:spPr>
          <a:xfrm>
            <a:off x="390730" y="1695156"/>
            <a:ext cx="3428648" cy="2939466"/>
          </a:xfrm>
          <a:prstGeom prst="rect">
            <a:avLst/>
          </a:prstGeom>
        </p:spPr>
      </p:pic>
      <p:sp>
        <p:nvSpPr>
          <p:cNvPr id="3" name="TextBox 2">
            <a:extLst>
              <a:ext uri="{FF2B5EF4-FFF2-40B4-BE49-F238E27FC236}">
                <a16:creationId xmlns:a16="http://schemas.microsoft.com/office/drawing/2014/main" id="{8912A0C5-DF62-7604-C730-E673567306C8}"/>
              </a:ext>
            </a:extLst>
          </p:cNvPr>
          <p:cNvSpPr txBox="1"/>
          <p:nvPr/>
        </p:nvSpPr>
        <p:spPr>
          <a:xfrm>
            <a:off x="309489" y="508878"/>
            <a:ext cx="4572000" cy="369332"/>
          </a:xfrm>
          <a:prstGeom prst="rect">
            <a:avLst/>
          </a:prstGeom>
          <a:noFill/>
        </p:spPr>
        <p:txBody>
          <a:bodyPr wrap="square">
            <a:spAutoFit/>
          </a:bodyPr>
          <a:lstStyle/>
          <a:p>
            <a:r>
              <a:rPr lang="en-US" sz="18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1800" dirty="0">
              <a:latin typeface="Lato" panose="020F0502020204030203" pitchFamily="34" charset="0"/>
              <a:cs typeface="Arial" panose="020B0604020202020204" pitchFamily="34" charset="0"/>
            </a:endParaRPr>
          </a:p>
        </p:txBody>
      </p:sp>
      <p:sp>
        <p:nvSpPr>
          <p:cNvPr id="5" name="TextBox 4">
            <a:extLst>
              <a:ext uri="{FF2B5EF4-FFF2-40B4-BE49-F238E27FC236}">
                <a16:creationId xmlns:a16="http://schemas.microsoft.com/office/drawing/2014/main" id="{5F82F99E-08C1-7EE5-BBB8-EFA6DD7899D4}"/>
              </a:ext>
            </a:extLst>
          </p:cNvPr>
          <p:cNvSpPr txBox="1"/>
          <p:nvPr/>
        </p:nvSpPr>
        <p:spPr>
          <a:xfrm>
            <a:off x="4304713" y="2011680"/>
            <a:ext cx="3706837" cy="1754326"/>
          </a:xfrm>
          <a:prstGeom prst="rect">
            <a:avLst/>
          </a:prstGeom>
          <a:noFill/>
        </p:spPr>
        <p:txBody>
          <a:bodyPr wrap="square">
            <a:spAutoFit/>
          </a:bodyPr>
          <a:lstStyle/>
          <a:p>
            <a:r>
              <a:rPr lang="en-US" dirty="0"/>
              <a:t>This screenshot shows Microsoft Copilot generating insights and summaries from the healthcare dataset using natural language prompts for faster and clearer analysis.</a:t>
            </a:r>
          </a:p>
        </p:txBody>
      </p:sp>
    </p:spTree>
    <p:extLst>
      <p:ext uri="{BB962C8B-B14F-4D97-AF65-F5344CB8AC3E}">
        <p14:creationId xmlns:p14="http://schemas.microsoft.com/office/powerpoint/2010/main" val="1062620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2" name="Text 10"/>
          <p:cNvSpPr/>
          <p:nvPr/>
        </p:nvSpPr>
        <p:spPr>
          <a:xfrm>
            <a:off x="1389888" y="768096"/>
            <a:ext cx="7205472" cy="292608"/>
          </a:xfrm>
          <a:prstGeom prst="rect">
            <a:avLst/>
          </a:prstGeom>
          <a:noFill/>
          <a:ln/>
        </p:spPr>
        <p:txBody>
          <a:bodyPr wrap="square" rtlCol="0" anchor="ctr"/>
          <a:lstStyle/>
          <a:p>
            <a:r>
              <a:rPr lang="en-IN" sz="1200" u="sng" dirty="0">
                <a:hlinkClick r:id="rId4"/>
              </a:rPr>
              <a:t>https://1drv.ms/v/c/D1FD93578F9E8C8C/IQBnqRj4Yu6hTp_tWBOeDdYSAaGVZuHmiJ-zouaw8Fbe6vs?e=SOLEml</a:t>
            </a:r>
            <a:endParaRPr lang="en-US" sz="12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5178034" cy="3474720"/>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Fragmented and inconsistent healthcare data is processed to correlate key variables like medical conditions, medications, and test results, affecting accurate assessment of treatment success.</a:t>
            </a: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An interactive dashboard is created for unified patient record across hospitals and departments leads to duplication and incomplete patient history, reducing the quality of care and analysis.</a:t>
            </a: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As there are skill gaps among clinical staff which restrict the adoption of analytical tools, this Power BI dashboard would help in training and to enable faster, </a:t>
            </a:r>
            <a:r>
              <a:rPr lang="en-US" sz="1200">
                <a:latin typeface="Arial" panose="020B0604020202020204" pitchFamily="34" charset="0"/>
                <a:cs typeface="Arial" panose="020B0604020202020204" pitchFamily="34" charset="0"/>
              </a:rPr>
              <a:t>data-driven insights.</a:t>
            </a:r>
            <a:endParaRPr lang="en-IN" sz="1200" dirty="0">
              <a:latin typeface="Arial" panose="020B0604020202020204" pitchFamily="34" charset="0"/>
              <a:cs typeface="Arial" panose="020B0604020202020204" pitchFamily="34" charset="0"/>
            </a:endParaRPr>
          </a:p>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Future enhancements include integrating real-time data pipelines using APIs or Power Automate to enable live updates.</a:t>
            </a: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The project can be extended by applying machine learning models for prediction and anomaly detection.</a:t>
            </a:r>
          </a:p>
          <a:p>
            <a:pPr marL="171450" indent="-171450">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Developing a web or Power Apps interface will improve accessibility. Expanding the dataset and incorporating advanced dashboard features, along with deeper AI integration, can further enhance scalability, usability, and decision-making impact.</a:t>
            </a: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641</TotalTime>
  <Words>867</Words>
  <Application>Microsoft Office PowerPoint</Application>
  <PresentationFormat>On-screen Show (16:9)</PresentationFormat>
  <Paragraphs>85</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Sonal Genani</cp:lastModifiedBy>
  <cp:revision>27</cp:revision>
  <dcterms:created xsi:type="dcterms:W3CDTF">2026-02-18T09:17:23Z</dcterms:created>
  <dcterms:modified xsi:type="dcterms:W3CDTF">2026-04-17T12:50:40Z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